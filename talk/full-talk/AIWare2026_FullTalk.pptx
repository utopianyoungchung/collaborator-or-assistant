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1"/>
  </p:notesMasterIdLst>
  <p:sldIdLst>
    <p:sldId id="345"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441" r:id="rId19"/>
    <p:sldId id="274"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4" roundtripDataSignature="AMtx7miFM+XqMJ/Rwtpcbj9M4HJ3JLpcJ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75F55"/>
    <a:srgbClr val="DD8047"/>
    <a:srgbClr val="A8796C"/>
    <a:srgbClr val="EFDB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856" autoAdjust="0"/>
  </p:normalViewPr>
  <p:slideViewPr>
    <p:cSldViewPr snapToGrid="0">
      <p:cViewPr varScale="1">
        <p:scale>
          <a:sx n="134" d="100"/>
          <a:sy n="134" d="100"/>
        </p:scale>
        <p:origin x="1332" y="13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74" Type="http://customschemas.google.com/relationships/presentationmetadata" Target="metadata"/><Relationship Id="rId75" Type="http://schemas.openxmlformats.org/officeDocument/2006/relationships/presProps" Target="presProps.xml"/><Relationship Id="rId76" Type="http://schemas.openxmlformats.org/officeDocument/2006/relationships/viewProps" Target="viewProps.xml"/><Relationship Id="rId77" Type="http://schemas.openxmlformats.org/officeDocument/2006/relationships/theme" Target="theme/theme1.xml"/><Relationship Id="rId78" Type="http://schemas.openxmlformats.org/officeDocument/2006/relationships/tableStyles" Target="tableStyles.xml"/><Relationship Id="rId7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eph Chung" userId="74a1a272-24ee-4e2b-b99a-4f8e80c698d1" providerId="ADAL" clId="{71F4EE3D-15A8-4853-8BBA-EFE259BF08F3}"/>
    <pc:docChg chg="custSel modSld">
      <pc:chgData name="Joseph Chung" userId="74a1a272-24ee-4e2b-b99a-4f8e80c698d1" providerId="ADAL" clId="{71F4EE3D-15A8-4853-8BBA-EFE259BF08F3}" dt="2026-05-21T02:52:53.140" v="22" actId="20577"/>
      <pc:docMkLst>
        <pc:docMk/>
      </pc:docMkLst>
      <pc:sldChg chg="addSp modSp mod modNotesTx">
        <pc:chgData name="Joseph Chung" userId="74a1a272-24ee-4e2b-b99a-4f8e80c698d1" providerId="ADAL" clId="{71F4EE3D-15A8-4853-8BBA-EFE259BF08F3}" dt="2026-05-21T02:52:53.140" v="22" actId="20577"/>
        <pc:sldMkLst>
          <pc:docMk/>
          <pc:sldMk cId="1216667947" sldId="345"/>
        </pc:sldMkLst>
        <pc:spChg chg="mod">
          <ac:chgData name="Joseph Chung" userId="74a1a272-24ee-4e2b-b99a-4f8e80c698d1" providerId="ADAL" clId="{71F4EE3D-15A8-4853-8BBA-EFE259BF08F3}" dt="2026-05-21T02:47:20.334" v="17" actId="207"/>
          <ac:spMkLst>
            <pc:docMk/>
            <pc:sldMk cId="1216667947" sldId="345"/>
            <ac:spMk id="2" creationId="{00000000-0000-0000-0000-000000000000}"/>
          </ac:spMkLst>
        </pc:spChg>
        <pc:spChg chg="mod">
          <ac:chgData name="Joseph Chung" userId="74a1a272-24ee-4e2b-b99a-4f8e80c698d1" providerId="ADAL" clId="{71F4EE3D-15A8-4853-8BBA-EFE259BF08F3}" dt="2026-05-21T02:47:20.361" v="21" actId="207"/>
          <ac:spMkLst>
            <pc:docMk/>
            <pc:sldMk cId="1216667947" sldId="345"/>
            <ac:spMk id="3" creationId="{00000000-0000-0000-0000-000000000000}"/>
          </ac:spMkLst>
        </pc:spChg>
        <pc:spChg chg="add mod">
          <ac:chgData name="Joseph Chung" userId="74a1a272-24ee-4e2b-b99a-4f8e80c698d1" providerId="ADAL" clId="{71F4EE3D-15A8-4853-8BBA-EFE259BF08F3}" dt="2026-05-21T02:45:46.640" v="7" actId="207"/>
          <ac:spMkLst>
            <pc:docMk/>
            <pc:sldMk cId="1216667947" sldId="345"/>
            <ac:spMk id="5" creationId="{42BDBF81-E135-AFF0-586A-D0FBF714B312}"/>
          </ac:spMkLst>
        </pc:spChg>
        <pc:spChg chg="add mod">
          <ac:chgData name="Joseph Chung" userId="74a1a272-24ee-4e2b-b99a-4f8e80c698d1" providerId="ADAL" clId="{71F4EE3D-15A8-4853-8BBA-EFE259BF08F3}" dt="2026-05-21T02:45:46.678" v="13" actId="207"/>
          <ac:spMkLst>
            <pc:docMk/>
            <pc:sldMk cId="1216667947" sldId="345"/>
            <ac:spMk id="6" creationId="{0C8E844C-B1E7-89A9-CBFD-E0283090220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CA"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Good afternoon. I am Joseph Chung from the University of Toronto. This is joint work with Professor Safwat Hassan.</a:t>
            </a:r>
          </a:p>
          <a:p>
            <a:r>
              <a:t>The paper asks a simple question with governance consequences: when AI coding agents enter pull-request workflows, who starts the work, and who still authorizes merge?</a:t>
            </a:r>
          </a:p>
          <a:p>
            <a:r>
              <a:t>I will answer that question in the next twenty minutes around a single number, a six-cell taxonomy, and one bounded conceptual distinction. The deck closes on a Q&amp;A slide with the replication-package link and my contact details.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Brief pause for the slide change. The deck is over; the conversation begins.</a:t>
            </a:r>
          </a:p>
          <a:p>
            <a:r>
              <a:t>The replication package is on the slide, along with my email. If a question comes up about the supplementary state machines for Cursor, Devin, or Claude that I did not detail in the main talk, I have one backup slide I can return to.</a:t>
            </a:r>
          </a:p>
          <a:p>
            <a:r>
              <a:t>Thank you. I would be happy to take questions.</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18</a:t>
            </a:fld>
            <a:endParaRPr lang="en-CA"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43288777"/>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Rather than open with a research question, I want to start with a number.</a:t>
            </a:r>
          </a:p>
          <a:p>
            <a:r>
              <a:t>Cramer's V is an association measure for categorical data. For a five-tool by six-scenario table like ours, Cohen's conventional 'large' threshold is V = 0.25. We observed 0.50, well beyond that threshold.</a:t>
            </a:r>
          </a:p>
          <a:p>
            <a:r>
              <a:t>That number is what this talk is about. It says tool identity strongly predicts the collaboration scenario a pull request actually follows. And in the next twenty minutes I want to make three things concrete: who starts the work, who authorizes the merge, and where governance remains human.</a:t>
            </a:r>
          </a:p>
          <a:p>
            <a:r>
              <a:t>So the question to carry into the next slide is simply this. What is V = 0.50 measuring?</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Here is the thesis in plain language.</a:t>
            </a:r>
          </a:p>
          <a:p>
            <a:r>
              <a:t>The finding is not that some tools are agents and others are assistants. The pattern is more specific. Tools separate sharply on initiation and on review routing. But merge authority remains mostly human in this snapshot.</a:t>
            </a:r>
          </a:p>
          <a:p>
            <a:r>
              <a:t>That asymmetry is what makes the result interesting. Operational work and governance authority are related, but they are not locked together. The partial separation between them is what makes lifecycle traces useful for governance research at all. If everything moved together, the trace would have nothing to add over outcome metrics.</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That is the question. Here is how I will answer it.</a:t>
            </a:r>
          </a:p>
          <a:p>
            <a:r>
              <a:t>Five short moves. The empirical heart sits in the middle: a single number, 0.50, that captures how tightly tool identity predicts the pull-request lifecycle. Everything else is what gets us to that number, and what we should and should not conclude from it.</a:t>
            </a:r>
          </a:p>
          <a:p>
            <a:r>
              <a:t>First, what prior work measures and what it leaves under-counted. Second, how we reconstruct lifecycle traces, and where the trace stops being trustworthy. Third, the Collaborator-Assistant spectrum. Fourth, the workflow-state-machine contrast that the spectrum makes visible. And finally, what the result implies for teams, researchers, and tool builders.</a:t>
            </a:r>
          </a:p>
          <a:p>
            <a:r>
              <a:t>One argument runs through all of it. Tool identity predicts lifecycle, and lifecycle traces make governance research reproducible - within explicit bounds.</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Here is the landscape we are entering.</a:t>
            </a:r>
          </a:p>
          <a:p>
            <a:r>
              <a:t>The point is not that prior work is wrong. The point is that it usually observes a narrower slice of what a pull request actually is.</a:t>
            </a:r>
          </a:p>
          <a:p>
            <a:r>
              <a:t>Outcome studies tell us whether AI-authored contributions are accepted. Single-phase studies tell us about suggestions or review comments. Governance frameworks tell us what oversight should consider. What is harder to see in any of those is the whole pull-request lifecycle - who initiates, who routes through review, who approves, and how the process terminates.</a:t>
            </a:r>
          </a:p>
          <a:p>
            <a:r>
              <a:t>What we add is the lifecycle itself: 29,585 pull-request traces across five AI tools, the initiator-to-approver pairing on each one, five workflow state machines, and a public replication package.</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Let me walk through the pipeline. Read it left to right.</a:t>
            </a:r>
          </a:p>
          <a:p>
            <a:r>
              <a:t>Each pull request is observable as a lifecycle. We parse the public GitHub event stream, classify actors as agent or human, assign each event to a phase, identify the initiator and the approver, and then aggregate those traces into scenarios and into workflow state machines.</a:t>
            </a:r>
          </a:p>
          <a:p>
            <a:r>
              <a:t>What the pipeline gives you is a behavioral reconstruction of how a pull request moves - who did what, and when. The pipeline is portable. Any human-AI workflow that produces event logs admits the same reconstruction. PRs are one operationalization of the method, not the method itself.</a:t>
            </a:r>
          </a:p>
          <a:p>
            <a:r>
              <a:t>What the pipeline does not give you is private intention, off-platform decisions, or whether an automation bot is executing a decision made somewhere we cannot see. Those limits are the next slide's job - and I want to put them on the table early, because they shape every empirical claim I am about to make.</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quick orientation. These four labels are the vocabulary the rest of the talk uses. The empirical patterns I am about to show live inside them.</a:t>
            </a:r>
          </a:p>
          <a:p>
            <a:r>
              <a:t>Agents - who initiates the pull request, and who approves it. Roles - operational work versus merge governance. Dependencies - review routing and revision loops. Protocols - branch protection, merge rules, and the automation bots that enforce them.</a:t>
            </a:r>
          </a:p>
          <a:p>
            <a:r>
              <a:t>These are reading conventions, not a theoretical claim. They let the audience hear the empirical results that follow as governance-laden, not merely process-laden.</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Before the results, let me name what the trace can and cannot do. This is part of the method, not a footnote.</a:t>
            </a:r>
          </a:p>
          <a:p>
            <a:r>
              <a:t>GitHub traces are powerful because they preserve events: commits, review requests, reviews, merges, closes, the phase transitions between them, and the terminal outcome of each pull request. We also validate the actor classification - a Bot flag plus a pattern heuristic, with a false-positive rate I will mention later.</a:t>
            </a:r>
          </a:p>
          <a:p>
            <a:r>
              <a:t>What the trace cannot directly recover is developer intent, anything decided off-platform, and the distinction between an automation bot that is merely executing a decision and an agent that is making one. That last gap is what RQ3 returns to at the end of the talk.</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Before the taxonomy, an example. And I want to be explicit about its status. This is a composite, not a quoted repository case. It shows the shape of an S1 pull request - an agent commits, a pull request is opened, a human reviews, a human merges.</a:t>
            </a:r>
          </a:p>
          <a:p>
            <a:r>
              <a:t>The footer on the slide says the same thing, and I am pointing at it on purpose: what you are seeing is the aggregate Copilot-style pattern synthesized from the scenario definitions, not a single observed PR. The example exists to make the taxonomy easier to read on the next slide. Nothing more.</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Now the classification logic. The six scenarios are the cells of a two-by-three cross-tab.</a:t>
            </a:r>
          </a:p>
          <a:p>
            <a:r>
              <a:t>On one axis, the initiator: agent or human. On the other axis, the terminal authorization point: human-approved, agent-approved, or not merged. S1 through S3 sit in the agent-initiated row. S4 through S6 sit in the human-initiated row.</a:t>
            </a:r>
          </a:p>
          <a:p>
            <a:r>
              <a:t>Point first at the axis labels. Hold there for three or four seconds while the audience reads the carving. Then trace the cluster pattern with one gesture: Collaborator tools in the agent-initiated row at ninety percent or more; Assistant tools in the human-initiated row at ninety percent or more. Do not read individual cells. The taxonomy is the contribution; the cell values are the evidence the taxonomy carves the population sharply.</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Here is where the opening number comes from.</a:t>
            </a:r>
          </a:p>
          <a:p>
            <a:r>
              <a:t>The association is V = 0.50, well beyond the conventional large threshold of 0.25 for a table of this size. The chi-square test rejects independence at p below 0.001, and V carries the magnitude of the relationship. I want to keep those two claims apart: chi-square tells us there is a relationship; V tells us how strong it is.</a:t>
            </a:r>
          </a:p>
          <a:p>
            <a:r>
              <a:t>The number is the statistic. The contribution is the axis. What we are reporting is that initiator and approver can be observed independently in event-log data at this scale, and that the joint distribution carries signal that outcome-centric metrics - merge rates, comment counts - cannot recover.</a:t>
            </a:r>
          </a:p>
          <a:p>
            <a:r>
              <a:t>The pattern on the screen: Cursor, Devin, and Copilot sit toward the Collaborator side. Claude and OpenAI sit toward the Assistant side. And inside that, the workflow contrast is striking. Copilot is review-heavy - 90.3 percent of its pull requests go through review. OpenAI is much more direct-resolution-heavy - 76.5 percent resolve without iteration.</a:t>
            </a:r>
          </a:p>
          <a:p>
            <a:r>
              <a:t>That contrast is what the next slide makes visible at the state-machine level.</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Two state machines, side by side. The spectrum is not just a label.</a:t>
            </a:r>
          </a:p>
          <a:p>
            <a:r>
              <a:t>Copilot moves heavily through review and revision - 90.3 percent routing through review. OpenAI moves more directly to resolution - 76.5 percent resolving without that loop. I will not read every transition percentage. The point is the shape difference. Different tools do not merely produce different acceptance rates. They produce different workflow shapes.</a:t>
            </a:r>
          </a:p>
          <a:p>
            <a:r>
              <a:t>If I am running short on time, I will show Copilot here and summarize OpenAI verbally. The contrast survives without both diagrams on screen.</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governance claim, and the most easily misread slide in the talk. So I want to land it carefully.</a:t>
            </a:r>
          </a:p>
          <a:p>
            <a:r>
              <a:t>Collaborator tools initiate most pull requests. But scenario S2 - agent-initiated and agent-approved - accounts for fourteen PRs out of 29,585, less than 0.05 percent of the sample. The pattern is close to a junior-teammate one: agents do operational work, humans retain authorization.</a:t>
            </a:r>
          </a:p>
          <a:p>
            <a:r>
              <a:t>What this paper adds is more specific than the word 'decoupling' usually carries. Operational agency and governance authority are conceptually separable in the human-AI collaboration literature. We show they are also empirically separable at population scale. The junior-teammate pattern names that separability; we do not claim priority over the conceptual literature, only that the lifecycle trace makes the separation observable.</a:t>
            </a:r>
          </a:p>
          <a:p>
            <a:r>
              <a:t>One refinement worth keeping on the record. Endorsement is clear acceptance of a PR outcome - a review event, an approval, a merge authorization. Accountability is who remains answerable for the merged code after it ships. The trace measures endorsement signals more directly than accountability, and that boundary is part of the contribution. A team can stay accountable when no person gave a clear approval, because branch protection or auto-merge handled the last step.</a:t>
            </a:r>
          </a:p>
          <a:p>
            <a:r>
              <a:t>The pattern is descriptive, not prescriptive. Branch protection, organizational trust, and tool design can all move the boundary.</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note on what shaped these patterns. I will keep this short, and the longer version lives in the Q&amp;A if anyone wants it.</a:t>
            </a:r>
          </a:p>
          <a:p>
            <a:r>
              <a:t>The patterns I just showed were observed under real repository policy. Branch protection shapes review routing and the direct-resolution rate. Even within the same repository, the initiation gap persists - but the review-routing contrast can partly reverse, because the policy is doing some of the work.</a:t>
            </a:r>
          </a:p>
          <a:p>
            <a:r>
              <a:t>And on time. Ninety-four percent of the pull requests in this sample come from 2025 Q2 and Q3. AIDev is a tool-driven sample of AI-adopting repositories. So this is a snapshot of an emerging practice, not a longitudinal trend, and not a random sample of GitHub.</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RQ3 returns to the trace limits I named earlier.</a:t>
            </a:r>
          </a:p>
          <a:p>
            <a:r>
              <a:t>Of merged PRs only, fifty-four had an agent-classified approver - about 0.24 percent of merged. And even within those fifty-four, the merge actor we observed may be an automation bot rather than the coding agent. The log records who executed the merge event, not always who made the decision behind it.</a:t>
            </a:r>
          </a:p>
          <a:p>
            <a:r>
              <a:t>So the taxonomy is deliberately conservative at the boundary of automation-authorized merges. We do not claim agents are deciding when the data only shows them executing. That gap is a measurement boundary, not a claim about how teams actually work.</a:t>
            </a:r>
          </a:p>
          <a:p>
            <a:r>
              <a:t>If anyone asks: the two figures are on different denominators on purpose. Slide thirteen reported S2 as fourteen PRs out of all 29,585. This slide reports fifty-four PRs with an agent-classified approver out of the merged subset. Both are correct against their own denominator.</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Let me bundle the contributions, the scope, and the limitations.</a:t>
            </a:r>
          </a:p>
          <a:p>
            <a:r>
              <a:t>The contribution is three things: a lifecycle taxonomy that crosses initiator and approver, five workflow state machines for the five tools, and a public replication package.</a:t>
            </a:r>
          </a:p>
          <a:p>
            <a:r>
              <a:t>The scope is an AIDev cross-sectional snapshot - tool-adopting repositories observed over Q2 and Q3 of 2025. Cross-sectional, not longitudinal.</a:t>
            </a:r>
          </a:p>
          <a:p>
            <a:r>
              <a:t>The limits, named honestly. An observability ceiling at the points the trace does not reach. A policy confound at the points branch protection is doing the work. A small Claude sample, only 338 PRs, which is why I reported Claude's state machine tentatively. And the actor-classification false-positive rate at 0.36 percent with zero false negatives. False positives inflate within-pole separation; they do not flip pole assignment, so the spectrum claim is robust to the 0.36 percent false-positive rate.</a:t>
            </a:r>
          </a:p>
          <a:p>
            <a:r>
              <a:t>The method makes each of these explicit and inspectable. That is the point of the bundle.</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What this implies.</a:t>
            </a:r>
          </a:p>
          <a:p>
            <a:r>
              <a:t>The method is portable to any human-AI workflow with logged events. PRs are one operationalization. With that in view, three audiences hear different implications.</a:t>
            </a:r>
          </a:p>
          <a:p>
            <a:r>
              <a:t>For teams, lifecycle-based review allocation. A PR opened by an agent and a PR opened by a person warrant different routing, and the workflow trace tells you which is which.</a:t>
            </a:r>
          </a:p>
          <a:p>
            <a:r>
              <a:t>For researchers, workflow-situated evaluation as a complement to task-realistic benchmarks. The benchmark literature asks whether the code is good. We ask how the code moves through governance. Different layers, not substitutes.</a:t>
            </a:r>
          </a:p>
          <a:p>
            <a:r>
              <a:t>For tool builders, decision provenance as a first-class affordance. Expose who decided, who executed, and under which rule.</a:t>
            </a:r>
          </a:p>
          <a:p>
            <a:r>
              <a:t>All three rest on the same primitive: making decision provenance observable, not just outcome. Without it, governance research and review allocation are both blind to the most consequential moment in a pull request, which is the merge.</a:t>
            </a:r>
          </a:p>
          <a:p>
            <a:r>
              <a:t>Let me close on three callbacks. V = 0.50 makes the Collaborator-Assistant spectrum measurable. That is the cold open returning. Merge authority remains mostly human, and only partially coupled to initiation. That is the decoupling slide returning. The method and the replication package together make governance research reproducible, with the trace bounds named explicitly. That is the observability move from slide eight returning.</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Backup B1, on demand only. If someone asks whether the result generalizes beyond Copilot and OpenAI, this is the slide I would turn to.</a:t>
            </a:r>
          </a:p>
          <a:p>
            <a:r>
              <a:t>The supplementary state machines for Cursor, Devin, and Claude show the same lifecycle reconstruction working on three more tools. The workflow reconstruction extends beyond the two tools I detailed in the main talk - and Claude in particular sits at the small-n boundary, with only 338 PRs, which is why I reported it tentatively.</a:t>
            </a:r>
          </a:p>
          <a:p>
            <a:r>
              <a:t>If the question does not come up, I will not spend talk time on it.</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9"/>
        <p:cNvGrpSpPr/>
        <p:nvPr/>
      </p:nvGrpSpPr>
      <p:grpSpPr>
        <a:xfrm>
          <a:off x="0" y="0"/>
          <a:ext cx="0" cy="0"/>
          <a:chOff x="0" y="0"/>
          <a:chExt cx="0" cy="0"/>
        </a:xfrm>
      </p:grpSpPr>
      <p:sp>
        <p:nvSpPr>
          <p:cNvPr id="20" name="Google Shape;20;p71"/>
          <p:cNvSpPr/>
          <p:nvPr/>
        </p:nvSpPr>
        <p:spPr>
          <a:xfrm>
            <a:off x="920835" y="1346950"/>
            <a:ext cx="10222992" cy="80683"/>
          </a:xfrm>
          <a:prstGeom prst="rect">
            <a:avLst/>
          </a:prstGeom>
          <a:blipFill rotWithShape="1">
            <a:blip r:embed="rId2">
              <a:alphaModFix amt="83000"/>
            </a:blip>
            <a:tile tx="0" ty="-762000" sx="92000" sy="89000" flip="xy" algn="ctr"/>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71"/>
          <p:cNvSpPr/>
          <p:nvPr/>
        </p:nvSpPr>
        <p:spPr>
          <a:xfrm>
            <a:off x="920835" y="4299700"/>
            <a:ext cx="10222992" cy="80683"/>
          </a:xfrm>
          <a:prstGeom prst="rect">
            <a:avLst/>
          </a:prstGeom>
          <a:blipFill rotWithShape="1">
            <a:blip r:embed="rId2">
              <a:alphaModFix amt="83000"/>
            </a:blip>
            <a:tile tx="0" ty="-717550" sx="92000" sy="89000" flip="xy" algn="ctr"/>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71"/>
          <p:cNvSpPr/>
          <p:nvPr/>
        </p:nvSpPr>
        <p:spPr>
          <a:xfrm>
            <a:off x="920835" y="1484779"/>
            <a:ext cx="10222992" cy="2743200"/>
          </a:xfrm>
          <a:prstGeom prst="rect">
            <a:avLst/>
          </a:prstGeom>
          <a:blipFill rotWithShape="1">
            <a:blip r:embed="rId2">
              <a:alphaModFix amt="83000"/>
            </a:blip>
            <a:tile tx="0" ty="-704850" sx="92000" sy="89000" flip="xy" algn="ctr"/>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 name="Google Shape;23;p71"/>
          <p:cNvGrpSpPr/>
          <p:nvPr/>
        </p:nvGrpSpPr>
        <p:grpSpPr>
          <a:xfrm>
            <a:off x="9649215" y="4068923"/>
            <a:ext cx="1080904" cy="1080902"/>
            <a:chOff x="9685338" y="4460675"/>
            <a:chExt cx="1080904" cy="1080902"/>
          </a:xfrm>
        </p:grpSpPr>
        <p:sp>
          <p:nvSpPr>
            <p:cNvPr id="24" name="Google Shape;24;p71"/>
            <p:cNvSpPr/>
            <p:nvPr/>
          </p:nvSpPr>
          <p:spPr>
            <a:xfrm>
              <a:off x="9685338" y="4460675"/>
              <a:ext cx="1080904" cy="1080902"/>
            </a:xfrm>
            <a:prstGeom prst="ellipse">
              <a:avLst/>
            </a:prstGeom>
            <a:blipFill rotWithShape="1">
              <a:blip r:embed="rId3">
                <a:alphaModFix/>
              </a:blip>
              <a:tile tx="0" ty="0" sx="85000" sy="85000" flip="none" algn="tl"/>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71"/>
            <p:cNvSpPr/>
            <p:nvPr/>
          </p:nvSpPr>
          <p:spPr>
            <a:xfrm>
              <a:off x="9793429" y="4568765"/>
              <a:ext cx="864723" cy="864722"/>
            </a:xfrm>
            <a:prstGeom prst="ellipse">
              <a:avLst/>
            </a:prstGeom>
            <a:noFill/>
            <a:ln w="254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71"/>
          <p:cNvSpPr txBox="1">
            <a:spLocks noGrp="1"/>
          </p:cNvSpPr>
          <p:nvPr>
            <p:ph type="ctrTitle"/>
          </p:nvPr>
        </p:nvSpPr>
        <p:spPr>
          <a:xfrm>
            <a:off x="1051560" y="1432223"/>
            <a:ext cx="9966960" cy="3035808"/>
          </a:xfrm>
          <a:prstGeom prst="rect">
            <a:avLst/>
          </a:prstGeom>
          <a:noFill/>
          <a:ln>
            <a:noFill/>
          </a:ln>
        </p:spPr>
        <p:txBody>
          <a:bodyPr spcFirstLastPara="1" wrap="square" lIns="91425" tIns="45700" rIns="91425" bIns="45700" anchor="ctr" anchorCtr="0">
            <a:noAutofit/>
          </a:bodyPr>
          <a:lstStyle>
            <a:lvl1pPr lvl="0" algn="l">
              <a:lnSpc>
                <a:spcPct val="85000"/>
              </a:lnSpc>
              <a:spcBef>
                <a:spcPts val="0"/>
              </a:spcBef>
              <a:spcAft>
                <a:spcPts val="0"/>
              </a:spcAft>
              <a:buSzPts val="7200"/>
              <a:buFont typeface="Georgia"/>
              <a:buNone/>
              <a:defRPr sz="7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71"/>
          <p:cNvSpPr txBox="1">
            <a:spLocks noGrp="1"/>
          </p:cNvSpPr>
          <p:nvPr>
            <p:ph type="subTitle" idx="1"/>
          </p:nvPr>
        </p:nvSpPr>
        <p:spPr>
          <a:xfrm>
            <a:off x="1069848" y="4389120"/>
            <a:ext cx="7891272" cy="1069848"/>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1870"/>
              <a:buNone/>
              <a:defRPr sz="2200">
                <a:solidFill>
                  <a:schemeClr val="dk1"/>
                </a:solidFill>
              </a:defRPr>
            </a:lvl1pPr>
            <a:lvl2pPr lvl="1" algn="ctr">
              <a:lnSpc>
                <a:spcPct val="90000"/>
              </a:lnSpc>
              <a:spcBef>
                <a:spcPts val="400"/>
              </a:spcBef>
              <a:spcAft>
                <a:spcPts val="0"/>
              </a:spcAft>
              <a:buSzPts val="1870"/>
              <a:buNone/>
              <a:defRPr sz="2200"/>
            </a:lvl2pPr>
            <a:lvl3pPr lvl="2" algn="ctr">
              <a:lnSpc>
                <a:spcPct val="90000"/>
              </a:lnSpc>
              <a:spcBef>
                <a:spcPts val="400"/>
              </a:spcBef>
              <a:spcAft>
                <a:spcPts val="0"/>
              </a:spcAft>
              <a:buSzPts val="1870"/>
              <a:buNone/>
              <a:defRPr sz="2200"/>
            </a:lvl3pPr>
            <a:lvl4pPr lvl="3" algn="ctr">
              <a:lnSpc>
                <a:spcPct val="90000"/>
              </a:lnSpc>
              <a:spcBef>
                <a:spcPts val="400"/>
              </a:spcBef>
              <a:spcAft>
                <a:spcPts val="0"/>
              </a:spcAft>
              <a:buSzPts val="1700"/>
              <a:buNone/>
              <a:defRPr sz="2000"/>
            </a:lvl4pPr>
            <a:lvl5pPr lvl="4" algn="ctr">
              <a:lnSpc>
                <a:spcPct val="90000"/>
              </a:lnSpc>
              <a:spcBef>
                <a:spcPts val="400"/>
              </a:spcBef>
              <a:spcAft>
                <a:spcPts val="0"/>
              </a:spcAft>
              <a:buSzPts val="1700"/>
              <a:buNone/>
              <a:defRPr sz="2000"/>
            </a:lvl5pPr>
            <a:lvl6pPr lvl="5" algn="ctr">
              <a:lnSpc>
                <a:spcPct val="90000"/>
              </a:lnSpc>
              <a:spcBef>
                <a:spcPts val="400"/>
              </a:spcBef>
              <a:spcAft>
                <a:spcPts val="0"/>
              </a:spcAft>
              <a:buSzPts val="1700"/>
              <a:buNone/>
              <a:defRPr sz="2000"/>
            </a:lvl6pPr>
            <a:lvl7pPr lvl="6" algn="ctr">
              <a:lnSpc>
                <a:spcPct val="90000"/>
              </a:lnSpc>
              <a:spcBef>
                <a:spcPts val="400"/>
              </a:spcBef>
              <a:spcAft>
                <a:spcPts val="0"/>
              </a:spcAft>
              <a:buSzPts val="1700"/>
              <a:buNone/>
              <a:defRPr sz="2000"/>
            </a:lvl7pPr>
            <a:lvl8pPr lvl="7" algn="ctr">
              <a:lnSpc>
                <a:spcPct val="90000"/>
              </a:lnSpc>
              <a:spcBef>
                <a:spcPts val="400"/>
              </a:spcBef>
              <a:spcAft>
                <a:spcPts val="0"/>
              </a:spcAft>
              <a:buSzPts val="1700"/>
              <a:buNone/>
              <a:defRPr sz="2000"/>
            </a:lvl8pPr>
            <a:lvl9pPr lvl="8" algn="ctr">
              <a:lnSpc>
                <a:spcPct val="90000"/>
              </a:lnSpc>
              <a:spcBef>
                <a:spcPts val="400"/>
              </a:spcBef>
              <a:spcAft>
                <a:spcPts val="200"/>
              </a:spcAft>
              <a:buSzPts val="1700"/>
              <a:buNone/>
              <a:defRPr sz="2000"/>
            </a:lvl9pPr>
          </a:lstStyle>
          <a:p>
            <a:endParaRPr/>
          </a:p>
        </p:txBody>
      </p:sp>
      <p:sp>
        <p:nvSpPr>
          <p:cNvPr id="28" name="Google Shape;28;p71"/>
          <p:cNvSpPr txBox="1">
            <a:spLocks noGrp="1"/>
          </p:cNvSpPr>
          <p:nvPr>
            <p:ph type="dt" idx="10"/>
          </p:nvPr>
        </p:nvSpPr>
        <p:spPr>
          <a:xfrm>
            <a:off x="7964424" y="6272788"/>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71"/>
          <p:cNvSpPr txBox="1">
            <a:spLocks noGrp="1"/>
          </p:cNvSpPr>
          <p:nvPr>
            <p:ph type="ftr" idx="11"/>
          </p:nvPr>
        </p:nvSpPr>
        <p:spPr>
          <a:xfrm>
            <a:off x="1088136" y="6272788"/>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71"/>
          <p:cNvSpPr txBox="1">
            <a:spLocks noGrp="1"/>
          </p:cNvSpPr>
          <p:nvPr>
            <p:ph type="sldNum" idx="12"/>
          </p:nvPr>
        </p:nvSpPr>
        <p:spPr>
          <a:xfrm>
            <a:off x="9592735" y="4289334"/>
            <a:ext cx="1193868" cy="64008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2800" b="1" i="0" u="none" strike="noStrike" cap="none">
                <a:solidFill>
                  <a:srgbClr val="FFFFFF"/>
                </a:solidFill>
                <a:latin typeface="Trebuchet MS"/>
                <a:ea typeface="Trebuchet MS"/>
                <a:cs typeface="Trebuchet MS"/>
                <a:sym typeface="Trebuchet MS"/>
              </a:defRPr>
            </a:lvl1pPr>
            <a:lvl2pPr marL="0" lvl="1" indent="0" algn="ctr">
              <a:spcBef>
                <a:spcPts val="0"/>
              </a:spcBef>
              <a:buNone/>
              <a:defRPr sz="2800" b="1" i="0" u="none" strike="noStrike" cap="none">
                <a:solidFill>
                  <a:srgbClr val="FFFFFF"/>
                </a:solidFill>
                <a:latin typeface="Trebuchet MS"/>
                <a:ea typeface="Trebuchet MS"/>
                <a:cs typeface="Trebuchet MS"/>
                <a:sym typeface="Trebuchet MS"/>
              </a:defRPr>
            </a:lvl2pPr>
            <a:lvl3pPr marL="0" lvl="2" indent="0" algn="ctr">
              <a:spcBef>
                <a:spcPts val="0"/>
              </a:spcBef>
              <a:buNone/>
              <a:defRPr sz="2800" b="1" i="0" u="none" strike="noStrike" cap="none">
                <a:solidFill>
                  <a:srgbClr val="FFFFFF"/>
                </a:solidFill>
                <a:latin typeface="Trebuchet MS"/>
                <a:ea typeface="Trebuchet MS"/>
                <a:cs typeface="Trebuchet MS"/>
                <a:sym typeface="Trebuchet MS"/>
              </a:defRPr>
            </a:lvl3pPr>
            <a:lvl4pPr marL="0" lvl="3" indent="0" algn="ctr">
              <a:spcBef>
                <a:spcPts val="0"/>
              </a:spcBef>
              <a:buNone/>
              <a:defRPr sz="2800" b="1" i="0" u="none" strike="noStrike" cap="none">
                <a:solidFill>
                  <a:srgbClr val="FFFFFF"/>
                </a:solidFill>
                <a:latin typeface="Trebuchet MS"/>
                <a:ea typeface="Trebuchet MS"/>
                <a:cs typeface="Trebuchet MS"/>
                <a:sym typeface="Trebuchet MS"/>
              </a:defRPr>
            </a:lvl4pPr>
            <a:lvl5pPr marL="0" lvl="4" indent="0" algn="ctr">
              <a:spcBef>
                <a:spcPts val="0"/>
              </a:spcBef>
              <a:buNone/>
              <a:defRPr sz="2800" b="1" i="0" u="none" strike="noStrike" cap="none">
                <a:solidFill>
                  <a:srgbClr val="FFFFFF"/>
                </a:solidFill>
                <a:latin typeface="Trebuchet MS"/>
                <a:ea typeface="Trebuchet MS"/>
                <a:cs typeface="Trebuchet MS"/>
                <a:sym typeface="Trebuchet MS"/>
              </a:defRPr>
            </a:lvl5pPr>
            <a:lvl6pPr marL="0" lvl="5" indent="0" algn="ctr">
              <a:spcBef>
                <a:spcPts val="0"/>
              </a:spcBef>
              <a:buNone/>
              <a:defRPr sz="2800" b="1" i="0" u="none" strike="noStrike" cap="none">
                <a:solidFill>
                  <a:srgbClr val="FFFFFF"/>
                </a:solidFill>
                <a:latin typeface="Trebuchet MS"/>
                <a:ea typeface="Trebuchet MS"/>
                <a:cs typeface="Trebuchet MS"/>
                <a:sym typeface="Trebuchet MS"/>
              </a:defRPr>
            </a:lvl6pPr>
            <a:lvl7pPr marL="0" lvl="6" indent="0" algn="ctr">
              <a:spcBef>
                <a:spcPts val="0"/>
              </a:spcBef>
              <a:buNone/>
              <a:defRPr sz="2800" b="1" i="0" u="none" strike="noStrike" cap="none">
                <a:solidFill>
                  <a:srgbClr val="FFFFFF"/>
                </a:solidFill>
                <a:latin typeface="Trebuchet MS"/>
                <a:ea typeface="Trebuchet MS"/>
                <a:cs typeface="Trebuchet MS"/>
                <a:sym typeface="Trebuchet MS"/>
              </a:defRPr>
            </a:lvl7pPr>
            <a:lvl8pPr marL="0" lvl="7" indent="0" algn="ctr">
              <a:spcBef>
                <a:spcPts val="0"/>
              </a:spcBef>
              <a:buNone/>
              <a:defRPr sz="2800" b="1" i="0" u="none" strike="noStrike" cap="none">
                <a:solidFill>
                  <a:srgbClr val="FFFFFF"/>
                </a:solidFill>
                <a:latin typeface="Trebuchet MS"/>
                <a:ea typeface="Trebuchet MS"/>
                <a:cs typeface="Trebuchet MS"/>
                <a:sym typeface="Trebuchet MS"/>
              </a:defRPr>
            </a:lvl8pPr>
            <a:lvl9pPr marL="0" lvl="8" indent="0" algn="ctr">
              <a:spcBef>
                <a:spcPts val="0"/>
              </a:spcBef>
              <a:buNone/>
              <a:defRPr sz="2800" b="1" i="0" u="none" strike="noStrike" cap="none">
                <a:solidFill>
                  <a:srgbClr val="FFFFFF"/>
                </a:solidFill>
                <a:latin typeface="Trebuchet MS"/>
                <a:ea typeface="Trebuchet MS"/>
                <a:cs typeface="Trebuchet MS"/>
                <a:sym typeface="Trebuchet MS"/>
              </a:defRPr>
            </a:lvl9pPr>
          </a:lstStyle>
          <a:p>
            <a:pPr marL="0" lvl="0" indent="0" algn="ctr" rtl="0">
              <a:spcBef>
                <a:spcPts val="0"/>
              </a:spcBef>
              <a:spcAft>
                <a:spcPts val="0"/>
              </a:spcAft>
              <a:buNone/>
            </a:pPr>
            <a:fld id="{00000000-1234-1234-1234-123412341234}" type="slidenum">
              <a:rPr lang="en-CA"/>
              <a:t>‹#›</a:t>
            </a:fld>
            <a:endParaRPr/>
          </a:p>
        </p:txBody>
      </p:sp>
      <p:pic>
        <p:nvPicPr>
          <p:cNvPr id="31" name="Google Shape;31;p71"/>
          <p:cNvPicPr preferRelativeResize="0"/>
          <p:nvPr/>
        </p:nvPicPr>
        <p:blipFill rotWithShape="1">
          <a:blip r:embed="rId4">
            <a:alphaModFix/>
          </a:blip>
          <a:srcRect/>
          <a:stretch/>
        </p:blipFill>
        <p:spPr>
          <a:xfrm>
            <a:off x="4827420" y="5981700"/>
            <a:ext cx="2409825" cy="8763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2"/>
        <p:cNvGrpSpPr/>
        <p:nvPr/>
      </p:nvGrpSpPr>
      <p:grpSpPr>
        <a:xfrm>
          <a:off x="0" y="0"/>
          <a:ext cx="0" cy="0"/>
          <a:chOff x="0" y="0"/>
          <a:chExt cx="0" cy="0"/>
        </a:xfrm>
      </p:grpSpPr>
      <p:sp>
        <p:nvSpPr>
          <p:cNvPr id="33" name="Google Shape;33;p72"/>
          <p:cNvSpPr txBox="1">
            <a:spLocks noGrp="1"/>
          </p:cNvSpPr>
          <p:nvPr>
            <p:ph type="title"/>
          </p:nvPr>
        </p:nvSpPr>
        <p:spPr>
          <a:xfrm>
            <a:off x="1069848" y="484632"/>
            <a:ext cx="10058400" cy="130795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72"/>
          <p:cNvSpPr txBox="1">
            <a:spLocks noGrp="1"/>
          </p:cNvSpPr>
          <p:nvPr>
            <p:ph type="body" idx="1"/>
          </p:nvPr>
        </p:nvSpPr>
        <p:spPr>
          <a:xfrm>
            <a:off x="1069848" y="1825604"/>
            <a:ext cx="10058400" cy="4373773"/>
          </a:xfrm>
          <a:prstGeom prst="rect">
            <a:avLst/>
          </a:prstGeom>
          <a:noFill/>
          <a:ln>
            <a:noFill/>
          </a:ln>
        </p:spPr>
        <p:txBody>
          <a:bodyPr spcFirstLastPara="1" wrap="square" lIns="91425" tIns="45700" rIns="91425" bIns="45700" anchor="t" anchorCtr="0">
            <a:normAutofit/>
          </a:bodyPr>
          <a:lstStyle>
            <a:lvl1pPr marL="457200" lvl="0" indent="-401320" algn="l">
              <a:lnSpc>
                <a:spcPct val="90000"/>
              </a:lnSpc>
              <a:spcBef>
                <a:spcPts val="1200"/>
              </a:spcBef>
              <a:spcAft>
                <a:spcPts val="0"/>
              </a:spcAft>
              <a:buSzPts val="2720"/>
              <a:buChar char="▪"/>
              <a:defRPr sz="3200">
                <a:latin typeface="Calibri"/>
                <a:ea typeface="Calibri"/>
                <a:cs typeface="Calibri"/>
                <a:sym typeface="Calibri"/>
              </a:defRPr>
            </a:lvl1pPr>
            <a:lvl2pPr marL="914400" lvl="1" indent="-379730" algn="l">
              <a:lnSpc>
                <a:spcPct val="90000"/>
              </a:lnSpc>
              <a:spcBef>
                <a:spcPts val="400"/>
              </a:spcBef>
              <a:spcAft>
                <a:spcPts val="0"/>
              </a:spcAft>
              <a:buSzPts val="2380"/>
              <a:buChar char="▪"/>
              <a:defRPr sz="2800">
                <a:latin typeface="Calibri"/>
                <a:ea typeface="Calibri"/>
                <a:cs typeface="Calibri"/>
                <a:sym typeface="Calibri"/>
              </a:defRPr>
            </a:lvl2pPr>
            <a:lvl3pPr marL="1371600" lvl="2" indent="-358139" algn="l">
              <a:lnSpc>
                <a:spcPct val="90000"/>
              </a:lnSpc>
              <a:spcBef>
                <a:spcPts val="400"/>
              </a:spcBef>
              <a:spcAft>
                <a:spcPts val="0"/>
              </a:spcAft>
              <a:buSzPts val="2040"/>
              <a:buChar char="▪"/>
              <a:defRPr sz="2400">
                <a:latin typeface="Calibri"/>
                <a:ea typeface="Calibri"/>
                <a:cs typeface="Calibri"/>
                <a:sym typeface="Calibri"/>
              </a:defRPr>
            </a:lvl3pPr>
            <a:lvl4pPr marL="1828800" lvl="3" indent="-358139" algn="l">
              <a:lnSpc>
                <a:spcPct val="90000"/>
              </a:lnSpc>
              <a:spcBef>
                <a:spcPts val="400"/>
              </a:spcBef>
              <a:spcAft>
                <a:spcPts val="0"/>
              </a:spcAft>
              <a:buSzPts val="2040"/>
              <a:buChar char="▪"/>
              <a:defRPr sz="2400">
                <a:latin typeface="Calibri"/>
                <a:ea typeface="Calibri"/>
                <a:cs typeface="Calibri"/>
                <a:sym typeface="Calibri"/>
              </a:defRPr>
            </a:lvl4pPr>
            <a:lvl5pPr marL="2286000" lvl="4" indent="-358139" algn="l">
              <a:lnSpc>
                <a:spcPct val="90000"/>
              </a:lnSpc>
              <a:spcBef>
                <a:spcPts val="400"/>
              </a:spcBef>
              <a:spcAft>
                <a:spcPts val="0"/>
              </a:spcAft>
              <a:buSzPts val="2040"/>
              <a:buChar char="▪"/>
              <a:defRPr sz="2400">
                <a:latin typeface="Calibri"/>
                <a:ea typeface="Calibri"/>
                <a:cs typeface="Calibri"/>
                <a:sym typeface="Calibri"/>
              </a:defRPr>
            </a:lvl5pPr>
            <a:lvl6pPr marL="2743200" lvl="5" indent="-325754" algn="l">
              <a:lnSpc>
                <a:spcPct val="90000"/>
              </a:lnSpc>
              <a:spcBef>
                <a:spcPts val="400"/>
              </a:spcBef>
              <a:spcAft>
                <a:spcPts val="0"/>
              </a:spcAft>
              <a:buSzPts val="1530"/>
              <a:buChar char="▪"/>
              <a:defRPr/>
            </a:lvl6pPr>
            <a:lvl7pPr marL="3200400" lvl="6" indent="-325754" algn="l">
              <a:lnSpc>
                <a:spcPct val="90000"/>
              </a:lnSpc>
              <a:spcBef>
                <a:spcPts val="400"/>
              </a:spcBef>
              <a:spcAft>
                <a:spcPts val="0"/>
              </a:spcAft>
              <a:buSzPts val="1530"/>
              <a:buChar char="▪"/>
              <a:defRPr/>
            </a:lvl7pPr>
            <a:lvl8pPr marL="3657600" lvl="7" indent="-325754" algn="l">
              <a:lnSpc>
                <a:spcPct val="90000"/>
              </a:lnSpc>
              <a:spcBef>
                <a:spcPts val="400"/>
              </a:spcBef>
              <a:spcAft>
                <a:spcPts val="0"/>
              </a:spcAft>
              <a:buSzPts val="1530"/>
              <a:buChar char="▪"/>
              <a:defRPr/>
            </a:lvl8pPr>
            <a:lvl9pPr marL="4114800" lvl="8" indent="-325754" algn="l">
              <a:lnSpc>
                <a:spcPct val="90000"/>
              </a:lnSpc>
              <a:spcBef>
                <a:spcPts val="400"/>
              </a:spcBef>
              <a:spcAft>
                <a:spcPts val="200"/>
              </a:spcAft>
              <a:buSzPts val="1530"/>
              <a:buChar char="▪"/>
              <a:defRPr/>
            </a:lvl9pPr>
          </a:lstStyle>
          <a:p>
            <a:endParaRPr/>
          </a:p>
        </p:txBody>
      </p:sp>
      <p:sp>
        <p:nvSpPr>
          <p:cNvPr id="35" name="Google Shape;35;p72"/>
          <p:cNvSpPr txBox="1">
            <a:spLocks noGrp="1"/>
          </p:cNvSpPr>
          <p:nvPr>
            <p:ph type="dt" idx="10"/>
          </p:nvPr>
        </p:nvSpPr>
        <p:spPr>
          <a:xfrm>
            <a:off x="7964424" y="6272788"/>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72"/>
          <p:cNvSpPr txBox="1">
            <a:spLocks noGrp="1"/>
          </p:cNvSpPr>
          <p:nvPr>
            <p:ph type="ftr" idx="11"/>
          </p:nvPr>
        </p:nvSpPr>
        <p:spPr>
          <a:xfrm>
            <a:off x="1088136" y="6272788"/>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72"/>
          <p:cNvSpPr txBox="1">
            <a:spLocks noGrp="1"/>
          </p:cNvSpPr>
          <p:nvPr>
            <p:ph type="sldNum" idx="12"/>
          </p:nvPr>
        </p:nvSpPr>
        <p:spPr>
          <a:xfrm>
            <a:off x="11311128" y="6272788"/>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38"/>
        <p:cNvGrpSpPr/>
        <p:nvPr/>
      </p:nvGrpSpPr>
      <p:grpSpPr>
        <a:xfrm>
          <a:off x="0" y="0"/>
          <a:ext cx="0" cy="0"/>
          <a:chOff x="0" y="0"/>
          <a:chExt cx="0" cy="0"/>
        </a:xfrm>
      </p:grpSpPr>
      <p:sp>
        <p:nvSpPr>
          <p:cNvPr id="39" name="Google Shape;39;p73"/>
          <p:cNvSpPr/>
          <p:nvPr/>
        </p:nvSpPr>
        <p:spPr>
          <a:xfrm>
            <a:off x="0" y="4917989"/>
            <a:ext cx="12192000" cy="1940010"/>
          </a:xfrm>
          <a:prstGeom prst="rect">
            <a:avLst/>
          </a:prstGeom>
          <a:blipFill rotWithShape="1">
            <a:blip r:embed="rId2">
              <a:alphaModFix amt="83000"/>
            </a:blip>
            <a:tile tx="0" ty="-704850" sx="92000" sy="89000" flip="xy" algn="ctr"/>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73"/>
          <p:cNvSpPr txBox="1">
            <a:spLocks noGrp="1"/>
          </p:cNvSpPr>
          <p:nvPr>
            <p:ph type="title"/>
          </p:nvPr>
        </p:nvSpPr>
        <p:spPr>
          <a:xfrm>
            <a:off x="2167128" y="1225296"/>
            <a:ext cx="9281160" cy="3520440"/>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SzPts val="7200"/>
              <a:buFont typeface="Georgia"/>
              <a:buNone/>
              <a:defRPr sz="72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73"/>
          <p:cNvSpPr txBox="1">
            <a:spLocks noGrp="1"/>
          </p:cNvSpPr>
          <p:nvPr>
            <p:ph type="body" idx="1"/>
          </p:nvPr>
        </p:nvSpPr>
        <p:spPr>
          <a:xfrm>
            <a:off x="2165775" y="5020056"/>
            <a:ext cx="9052560" cy="10668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700"/>
              <a:buNone/>
              <a:defRPr sz="2000">
                <a:solidFill>
                  <a:schemeClr val="dk1"/>
                </a:solidFill>
              </a:defRPr>
            </a:lvl1pPr>
            <a:lvl2pPr marL="914400" lvl="1" indent="-228600" algn="l">
              <a:lnSpc>
                <a:spcPct val="90000"/>
              </a:lnSpc>
              <a:spcBef>
                <a:spcPts val="400"/>
              </a:spcBef>
              <a:spcAft>
                <a:spcPts val="0"/>
              </a:spcAft>
              <a:buSzPts val="1530"/>
              <a:buNone/>
              <a:defRPr sz="1800">
                <a:solidFill>
                  <a:srgbClr val="888888"/>
                </a:solidFill>
              </a:defRPr>
            </a:lvl2pPr>
            <a:lvl3pPr marL="1371600" lvl="2" indent="-228600" algn="l">
              <a:lnSpc>
                <a:spcPct val="90000"/>
              </a:lnSpc>
              <a:spcBef>
                <a:spcPts val="400"/>
              </a:spcBef>
              <a:spcAft>
                <a:spcPts val="0"/>
              </a:spcAft>
              <a:buSzPts val="1360"/>
              <a:buNone/>
              <a:defRPr sz="1600">
                <a:solidFill>
                  <a:srgbClr val="888888"/>
                </a:solidFill>
              </a:defRPr>
            </a:lvl3pPr>
            <a:lvl4pPr marL="1828800" lvl="3" indent="-228600" algn="l">
              <a:lnSpc>
                <a:spcPct val="90000"/>
              </a:lnSpc>
              <a:spcBef>
                <a:spcPts val="400"/>
              </a:spcBef>
              <a:spcAft>
                <a:spcPts val="0"/>
              </a:spcAft>
              <a:buSzPts val="1190"/>
              <a:buNone/>
              <a:defRPr sz="1400">
                <a:solidFill>
                  <a:srgbClr val="888888"/>
                </a:solidFill>
              </a:defRPr>
            </a:lvl4pPr>
            <a:lvl5pPr marL="2286000" lvl="4" indent="-228600" algn="l">
              <a:lnSpc>
                <a:spcPct val="90000"/>
              </a:lnSpc>
              <a:spcBef>
                <a:spcPts val="400"/>
              </a:spcBef>
              <a:spcAft>
                <a:spcPts val="0"/>
              </a:spcAft>
              <a:buSzPts val="1190"/>
              <a:buNone/>
              <a:defRPr sz="1400">
                <a:solidFill>
                  <a:srgbClr val="888888"/>
                </a:solidFill>
              </a:defRPr>
            </a:lvl5pPr>
            <a:lvl6pPr marL="2743200" lvl="5" indent="-228600" algn="l">
              <a:lnSpc>
                <a:spcPct val="90000"/>
              </a:lnSpc>
              <a:spcBef>
                <a:spcPts val="400"/>
              </a:spcBef>
              <a:spcAft>
                <a:spcPts val="0"/>
              </a:spcAft>
              <a:buSzPts val="1190"/>
              <a:buNone/>
              <a:defRPr sz="1400">
                <a:solidFill>
                  <a:srgbClr val="888888"/>
                </a:solidFill>
              </a:defRPr>
            </a:lvl6pPr>
            <a:lvl7pPr marL="3200400" lvl="6" indent="-228600" algn="l">
              <a:lnSpc>
                <a:spcPct val="90000"/>
              </a:lnSpc>
              <a:spcBef>
                <a:spcPts val="400"/>
              </a:spcBef>
              <a:spcAft>
                <a:spcPts val="0"/>
              </a:spcAft>
              <a:buSzPts val="1190"/>
              <a:buNone/>
              <a:defRPr sz="1400">
                <a:solidFill>
                  <a:srgbClr val="888888"/>
                </a:solidFill>
              </a:defRPr>
            </a:lvl7pPr>
            <a:lvl8pPr marL="3657600" lvl="7" indent="-228600" algn="l">
              <a:lnSpc>
                <a:spcPct val="90000"/>
              </a:lnSpc>
              <a:spcBef>
                <a:spcPts val="400"/>
              </a:spcBef>
              <a:spcAft>
                <a:spcPts val="0"/>
              </a:spcAft>
              <a:buSzPts val="1190"/>
              <a:buNone/>
              <a:defRPr sz="1400">
                <a:solidFill>
                  <a:srgbClr val="888888"/>
                </a:solidFill>
              </a:defRPr>
            </a:lvl8pPr>
            <a:lvl9pPr marL="4114800" lvl="8" indent="-228600" algn="l">
              <a:lnSpc>
                <a:spcPct val="90000"/>
              </a:lnSpc>
              <a:spcBef>
                <a:spcPts val="400"/>
              </a:spcBef>
              <a:spcAft>
                <a:spcPts val="200"/>
              </a:spcAft>
              <a:buSzPts val="1190"/>
              <a:buNone/>
              <a:defRPr sz="1400">
                <a:solidFill>
                  <a:srgbClr val="888888"/>
                </a:solidFill>
              </a:defRPr>
            </a:lvl9pPr>
          </a:lstStyle>
          <a:p>
            <a:endParaRPr/>
          </a:p>
        </p:txBody>
      </p:sp>
      <p:sp>
        <p:nvSpPr>
          <p:cNvPr id="42" name="Google Shape;42;p73"/>
          <p:cNvSpPr txBox="1">
            <a:spLocks noGrp="1"/>
          </p:cNvSpPr>
          <p:nvPr>
            <p:ph type="dt" idx="10"/>
          </p:nvPr>
        </p:nvSpPr>
        <p:spPr>
          <a:xfrm>
            <a:off x="8593668" y="6272788"/>
            <a:ext cx="264430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3"/>
          <p:cNvSpPr txBox="1">
            <a:spLocks noGrp="1"/>
          </p:cNvSpPr>
          <p:nvPr>
            <p:ph type="ftr" idx="11"/>
          </p:nvPr>
        </p:nvSpPr>
        <p:spPr>
          <a:xfrm>
            <a:off x="2182708" y="6272788"/>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44" name="Google Shape;44;p73"/>
          <p:cNvGrpSpPr/>
          <p:nvPr/>
        </p:nvGrpSpPr>
        <p:grpSpPr>
          <a:xfrm>
            <a:off x="897399" y="2325848"/>
            <a:ext cx="1080904" cy="1080902"/>
            <a:chOff x="9685338" y="4460675"/>
            <a:chExt cx="1080904" cy="1080902"/>
          </a:xfrm>
        </p:grpSpPr>
        <p:sp>
          <p:nvSpPr>
            <p:cNvPr id="45" name="Google Shape;45;p73"/>
            <p:cNvSpPr/>
            <p:nvPr/>
          </p:nvSpPr>
          <p:spPr>
            <a:xfrm>
              <a:off x="9685338" y="4460675"/>
              <a:ext cx="1080904" cy="1080902"/>
            </a:xfrm>
            <a:prstGeom prst="ellipse">
              <a:avLst/>
            </a:prstGeom>
            <a:blipFill rotWithShape="1">
              <a:blip r:embed="rId3">
                <a:alphaModFix/>
              </a:blip>
              <a:tile tx="0" ty="0" sx="85000" sy="85000" flip="none" algn="tl"/>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73"/>
            <p:cNvSpPr/>
            <p:nvPr/>
          </p:nvSpPr>
          <p:spPr>
            <a:xfrm>
              <a:off x="9793429" y="4568765"/>
              <a:ext cx="864723" cy="864722"/>
            </a:xfrm>
            <a:prstGeom prst="ellipse">
              <a:avLst/>
            </a:prstGeom>
            <a:noFill/>
            <a:ln w="254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73"/>
          <p:cNvSpPr txBox="1">
            <a:spLocks noGrp="1"/>
          </p:cNvSpPr>
          <p:nvPr>
            <p:ph type="sldNum" idx="12"/>
          </p:nvPr>
        </p:nvSpPr>
        <p:spPr>
          <a:xfrm>
            <a:off x="843701" y="2506133"/>
            <a:ext cx="1188299" cy="720332"/>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2800" b="1">
                <a:solidFill>
                  <a:srgbClr val="FFFFFF"/>
                </a:solidFill>
                <a:latin typeface="Trebuchet MS"/>
                <a:ea typeface="Trebuchet MS"/>
                <a:cs typeface="Trebuchet MS"/>
                <a:sym typeface="Trebuchet MS"/>
              </a:defRPr>
            </a:lvl1pPr>
            <a:lvl2pPr marL="0" lvl="1" indent="0" algn="ctr">
              <a:spcBef>
                <a:spcPts val="0"/>
              </a:spcBef>
              <a:buNone/>
              <a:defRPr sz="2800" b="1">
                <a:solidFill>
                  <a:srgbClr val="FFFFFF"/>
                </a:solidFill>
                <a:latin typeface="Trebuchet MS"/>
                <a:ea typeface="Trebuchet MS"/>
                <a:cs typeface="Trebuchet MS"/>
                <a:sym typeface="Trebuchet MS"/>
              </a:defRPr>
            </a:lvl2pPr>
            <a:lvl3pPr marL="0" lvl="2" indent="0" algn="ctr">
              <a:spcBef>
                <a:spcPts val="0"/>
              </a:spcBef>
              <a:buNone/>
              <a:defRPr sz="2800" b="1">
                <a:solidFill>
                  <a:srgbClr val="FFFFFF"/>
                </a:solidFill>
                <a:latin typeface="Trebuchet MS"/>
                <a:ea typeface="Trebuchet MS"/>
                <a:cs typeface="Trebuchet MS"/>
                <a:sym typeface="Trebuchet MS"/>
              </a:defRPr>
            </a:lvl3pPr>
            <a:lvl4pPr marL="0" lvl="3" indent="0" algn="ctr">
              <a:spcBef>
                <a:spcPts val="0"/>
              </a:spcBef>
              <a:buNone/>
              <a:defRPr sz="2800" b="1">
                <a:solidFill>
                  <a:srgbClr val="FFFFFF"/>
                </a:solidFill>
                <a:latin typeface="Trebuchet MS"/>
                <a:ea typeface="Trebuchet MS"/>
                <a:cs typeface="Trebuchet MS"/>
                <a:sym typeface="Trebuchet MS"/>
              </a:defRPr>
            </a:lvl4pPr>
            <a:lvl5pPr marL="0" lvl="4" indent="0" algn="ctr">
              <a:spcBef>
                <a:spcPts val="0"/>
              </a:spcBef>
              <a:buNone/>
              <a:defRPr sz="2800" b="1">
                <a:solidFill>
                  <a:srgbClr val="FFFFFF"/>
                </a:solidFill>
                <a:latin typeface="Trebuchet MS"/>
                <a:ea typeface="Trebuchet MS"/>
                <a:cs typeface="Trebuchet MS"/>
                <a:sym typeface="Trebuchet MS"/>
              </a:defRPr>
            </a:lvl5pPr>
            <a:lvl6pPr marL="0" lvl="5" indent="0" algn="ctr">
              <a:spcBef>
                <a:spcPts val="0"/>
              </a:spcBef>
              <a:buNone/>
              <a:defRPr sz="2800" b="1">
                <a:solidFill>
                  <a:srgbClr val="FFFFFF"/>
                </a:solidFill>
                <a:latin typeface="Trebuchet MS"/>
                <a:ea typeface="Trebuchet MS"/>
                <a:cs typeface="Trebuchet MS"/>
                <a:sym typeface="Trebuchet MS"/>
              </a:defRPr>
            </a:lvl6pPr>
            <a:lvl7pPr marL="0" lvl="6" indent="0" algn="ctr">
              <a:spcBef>
                <a:spcPts val="0"/>
              </a:spcBef>
              <a:buNone/>
              <a:defRPr sz="2800" b="1">
                <a:solidFill>
                  <a:srgbClr val="FFFFFF"/>
                </a:solidFill>
                <a:latin typeface="Trebuchet MS"/>
                <a:ea typeface="Trebuchet MS"/>
                <a:cs typeface="Trebuchet MS"/>
                <a:sym typeface="Trebuchet MS"/>
              </a:defRPr>
            </a:lvl7pPr>
            <a:lvl8pPr marL="0" lvl="7" indent="0" algn="ctr">
              <a:spcBef>
                <a:spcPts val="0"/>
              </a:spcBef>
              <a:buNone/>
              <a:defRPr sz="2800" b="1">
                <a:solidFill>
                  <a:srgbClr val="FFFFFF"/>
                </a:solidFill>
                <a:latin typeface="Trebuchet MS"/>
                <a:ea typeface="Trebuchet MS"/>
                <a:cs typeface="Trebuchet MS"/>
                <a:sym typeface="Trebuchet MS"/>
              </a:defRPr>
            </a:lvl8pPr>
            <a:lvl9pPr marL="0" lvl="8" indent="0" algn="ctr">
              <a:spcBef>
                <a:spcPts val="0"/>
              </a:spcBef>
              <a:buNone/>
              <a:defRPr sz="2800" b="1">
                <a:solidFill>
                  <a:srgbClr val="FFFFFF"/>
                </a:solidFill>
                <a:latin typeface="Trebuchet MS"/>
                <a:ea typeface="Trebuchet MS"/>
                <a:cs typeface="Trebuchet MS"/>
                <a:sym typeface="Trebuchet MS"/>
              </a:defRPr>
            </a:lvl9pPr>
          </a:lstStyle>
          <a:p>
            <a:pPr marL="0" lvl="0" indent="0" algn="ct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8"/>
        <p:cNvGrpSpPr/>
        <p:nvPr/>
      </p:nvGrpSpPr>
      <p:grpSpPr>
        <a:xfrm>
          <a:off x="0" y="0"/>
          <a:ext cx="0" cy="0"/>
          <a:chOff x="0" y="0"/>
          <a:chExt cx="0" cy="0"/>
        </a:xfrm>
      </p:grpSpPr>
      <p:sp>
        <p:nvSpPr>
          <p:cNvPr id="49" name="Google Shape;49;p74"/>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74"/>
          <p:cNvSpPr txBox="1">
            <a:spLocks noGrp="1"/>
          </p:cNvSpPr>
          <p:nvPr>
            <p:ph type="body" idx="1"/>
          </p:nvPr>
        </p:nvSpPr>
        <p:spPr>
          <a:xfrm>
            <a:off x="1069848" y="2194560"/>
            <a:ext cx="4754880" cy="3977640"/>
          </a:xfrm>
          <a:prstGeom prst="rect">
            <a:avLst/>
          </a:prstGeom>
          <a:noFill/>
          <a:ln>
            <a:noFill/>
          </a:ln>
        </p:spPr>
        <p:txBody>
          <a:bodyPr spcFirstLastPara="1" wrap="square" lIns="91425" tIns="45700" rIns="91425" bIns="45700" anchor="t" anchorCtr="0">
            <a:normAutofit/>
          </a:bodyPr>
          <a:lstStyle>
            <a:lvl1pPr marL="457200" lvl="0" indent="-336550" algn="l">
              <a:lnSpc>
                <a:spcPct val="90000"/>
              </a:lnSpc>
              <a:spcBef>
                <a:spcPts val="1200"/>
              </a:spcBef>
              <a:spcAft>
                <a:spcPts val="0"/>
              </a:spcAft>
              <a:buSzPts val="1700"/>
              <a:buChar char="▪"/>
              <a:defRPr sz="2000"/>
            </a:lvl1pPr>
            <a:lvl2pPr marL="914400" lvl="1" indent="-325755" algn="l">
              <a:lnSpc>
                <a:spcPct val="90000"/>
              </a:lnSpc>
              <a:spcBef>
                <a:spcPts val="400"/>
              </a:spcBef>
              <a:spcAft>
                <a:spcPts val="0"/>
              </a:spcAft>
              <a:buSzPts val="1530"/>
              <a:buChar char="▪"/>
              <a:defRPr sz="1800"/>
            </a:lvl2pPr>
            <a:lvl3pPr marL="1371600" lvl="2" indent="-314960" algn="l">
              <a:lnSpc>
                <a:spcPct val="90000"/>
              </a:lnSpc>
              <a:spcBef>
                <a:spcPts val="400"/>
              </a:spcBef>
              <a:spcAft>
                <a:spcPts val="0"/>
              </a:spcAft>
              <a:buSzPts val="1360"/>
              <a:buChar char="▪"/>
              <a:defRPr sz="1600"/>
            </a:lvl3pPr>
            <a:lvl4pPr marL="1828800" lvl="3" indent="-314960" algn="l">
              <a:lnSpc>
                <a:spcPct val="90000"/>
              </a:lnSpc>
              <a:spcBef>
                <a:spcPts val="400"/>
              </a:spcBef>
              <a:spcAft>
                <a:spcPts val="0"/>
              </a:spcAft>
              <a:buSzPts val="1360"/>
              <a:buChar char="▪"/>
              <a:defRPr sz="1600"/>
            </a:lvl4pPr>
            <a:lvl5pPr marL="2286000" lvl="4" indent="-314960" algn="l">
              <a:lnSpc>
                <a:spcPct val="90000"/>
              </a:lnSpc>
              <a:spcBef>
                <a:spcPts val="400"/>
              </a:spcBef>
              <a:spcAft>
                <a:spcPts val="0"/>
              </a:spcAft>
              <a:buSzPts val="1360"/>
              <a:buChar char="▪"/>
              <a:defRPr sz="1600"/>
            </a:lvl5pPr>
            <a:lvl6pPr marL="2743200" lvl="5" indent="-314960" algn="l">
              <a:lnSpc>
                <a:spcPct val="90000"/>
              </a:lnSpc>
              <a:spcBef>
                <a:spcPts val="400"/>
              </a:spcBef>
              <a:spcAft>
                <a:spcPts val="0"/>
              </a:spcAft>
              <a:buSzPts val="1360"/>
              <a:buChar char="▪"/>
              <a:defRPr sz="1600"/>
            </a:lvl6pPr>
            <a:lvl7pPr marL="3200400" lvl="6" indent="-314960" algn="l">
              <a:lnSpc>
                <a:spcPct val="90000"/>
              </a:lnSpc>
              <a:spcBef>
                <a:spcPts val="400"/>
              </a:spcBef>
              <a:spcAft>
                <a:spcPts val="0"/>
              </a:spcAft>
              <a:buSzPts val="1360"/>
              <a:buChar char="▪"/>
              <a:defRPr sz="1600"/>
            </a:lvl7pPr>
            <a:lvl8pPr marL="3657600" lvl="7" indent="-314959" algn="l">
              <a:lnSpc>
                <a:spcPct val="90000"/>
              </a:lnSpc>
              <a:spcBef>
                <a:spcPts val="400"/>
              </a:spcBef>
              <a:spcAft>
                <a:spcPts val="0"/>
              </a:spcAft>
              <a:buSzPts val="1360"/>
              <a:buChar char="▪"/>
              <a:defRPr sz="1600"/>
            </a:lvl8pPr>
            <a:lvl9pPr marL="4114800" lvl="8" indent="-314959" algn="l">
              <a:lnSpc>
                <a:spcPct val="90000"/>
              </a:lnSpc>
              <a:spcBef>
                <a:spcPts val="400"/>
              </a:spcBef>
              <a:spcAft>
                <a:spcPts val="200"/>
              </a:spcAft>
              <a:buSzPts val="1360"/>
              <a:buChar char="▪"/>
              <a:defRPr sz="1600"/>
            </a:lvl9pPr>
          </a:lstStyle>
          <a:p>
            <a:endParaRPr/>
          </a:p>
        </p:txBody>
      </p:sp>
      <p:sp>
        <p:nvSpPr>
          <p:cNvPr id="51" name="Google Shape;51;p74"/>
          <p:cNvSpPr txBox="1">
            <a:spLocks noGrp="1"/>
          </p:cNvSpPr>
          <p:nvPr>
            <p:ph type="body" idx="2"/>
          </p:nvPr>
        </p:nvSpPr>
        <p:spPr>
          <a:xfrm>
            <a:off x="6364224" y="2194560"/>
            <a:ext cx="4754880" cy="3977640"/>
          </a:xfrm>
          <a:prstGeom prst="rect">
            <a:avLst/>
          </a:prstGeom>
          <a:noFill/>
          <a:ln>
            <a:noFill/>
          </a:ln>
        </p:spPr>
        <p:txBody>
          <a:bodyPr spcFirstLastPara="1" wrap="square" lIns="91425" tIns="45700" rIns="91425" bIns="45700" anchor="t" anchorCtr="0">
            <a:normAutofit/>
          </a:bodyPr>
          <a:lstStyle>
            <a:lvl1pPr marL="457200" lvl="0" indent="-336550" algn="l">
              <a:lnSpc>
                <a:spcPct val="90000"/>
              </a:lnSpc>
              <a:spcBef>
                <a:spcPts val="1200"/>
              </a:spcBef>
              <a:spcAft>
                <a:spcPts val="0"/>
              </a:spcAft>
              <a:buSzPts val="1700"/>
              <a:buChar char="▪"/>
              <a:defRPr sz="2000"/>
            </a:lvl1pPr>
            <a:lvl2pPr marL="914400" lvl="1" indent="-325755" algn="l">
              <a:lnSpc>
                <a:spcPct val="90000"/>
              </a:lnSpc>
              <a:spcBef>
                <a:spcPts val="400"/>
              </a:spcBef>
              <a:spcAft>
                <a:spcPts val="0"/>
              </a:spcAft>
              <a:buSzPts val="1530"/>
              <a:buChar char="▪"/>
              <a:defRPr sz="1800"/>
            </a:lvl2pPr>
            <a:lvl3pPr marL="1371600" lvl="2" indent="-314960" algn="l">
              <a:lnSpc>
                <a:spcPct val="90000"/>
              </a:lnSpc>
              <a:spcBef>
                <a:spcPts val="400"/>
              </a:spcBef>
              <a:spcAft>
                <a:spcPts val="0"/>
              </a:spcAft>
              <a:buSzPts val="1360"/>
              <a:buChar char="▪"/>
              <a:defRPr sz="1600"/>
            </a:lvl3pPr>
            <a:lvl4pPr marL="1828800" lvl="3" indent="-314960" algn="l">
              <a:lnSpc>
                <a:spcPct val="90000"/>
              </a:lnSpc>
              <a:spcBef>
                <a:spcPts val="400"/>
              </a:spcBef>
              <a:spcAft>
                <a:spcPts val="0"/>
              </a:spcAft>
              <a:buSzPts val="1360"/>
              <a:buChar char="▪"/>
              <a:defRPr sz="1600"/>
            </a:lvl4pPr>
            <a:lvl5pPr marL="2286000" lvl="4" indent="-314960" algn="l">
              <a:lnSpc>
                <a:spcPct val="90000"/>
              </a:lnSpc>
              <a:spcBef>
                <a:spcPts val="400"/>
              </a:spcBef>
              <a:spcAft>
                <a:spcPts val="0"/>
              </a:spcAft>
              <a:buSzPts val="1360"/>
              <a:buChar char="▪"/>
              <a:defRPr sz="1600"/>
            </a:lvl5pPr>
            <a:lvl6pPr marL="2743200" lvl="5" indent="-314960" algn="l">
              <a:lnSpc>
                <a:spcPct val="90000"/>
              </a:lnSpc>
              <a:spcBef>
                <a:spcPts val="400"/>
              </a:spcBef>
              <a:spcAft>
                <a:spcPts val="0"/>
              </a:spcAft>
              <a:buSzPts val="1360"/>
              <a:buChar char="▪"/>
              <a:defRPr sz="1600"/>
            </a:lvl6pPr>
            <a:lvl7pPr marL="3200400" lvl="6" indent="-314960" algn="l">
              <a:lnSpc>
                <a:spcPct val="90000"/>
              </a:lnSpc>
              <a:spcBef>
                <a:spcPts val="400"/>
              </a:spcBef>
              <a:spcAft>
                <a:spcPts val="0"/>
              </a:spcAft>
              <a:buSzPts val="1360"/>
              <a:buChar char="▪"/>
              <a:defRPr sz="1600"/>
            </a:lvl7pPr>
            <a:lvl8pPr marL="3657600" lvl="7" indent="-314959" algn="l">
              <a:lnSpc>
                <a:spcPct val="90000"/>
              </a:lnSpc>
              <a:spcBef>
                <a:spcPts val="400"/>
              </a:spcBef>
              <a:spcAft>
                <a:spcPts val="0"/>
              </a:spcAft>
              <a:buSzPts val="1360"/>
              <a:buChar char="▪"/>
              <a:defRPr sz="1600"/>
            </a:lvl8pPr>
            <a:lvl9pPr marL="4114800" lvl="8" indent="-314959" algn="l">
              <a:lnSpc>
                <a:spcPct val="90000"/>
              </a:lnSpc>
              <a:spcBef>
                <a:spcPts val="400"/>
              </a:spcBef>
              <a:spcAft>
                <a:spcPts val="200"/>
              </a:spcAft>
              <a:buSzPts val="1360"/>
              <a:buChar char="▪"/>
              <a:defRPr sz="1600"/>
            </a:lvl9pPr>
          </a:lstStyle>
          <a:p>
            <a:endParaRPr/>
          </a:p>
        </p:txBody>
      </p:sp>
      <p:sp>
        <p:nvSpPr>
          <p:cNvPr id="52" name="Google Shape;52;p74"/>
          <p:cNvSpPr txBox="1">
            <a:spLocks noGrp="1"/>
          </p:cNvSpPr>
          <p:nvPr>
            <p:ph type="dt" idx="10"/>
          </p:nvPr>
        </p:nvSpPr>
        <p:spPr>
          <a:xfrm>
            <a:off x="7964424" y="6272788"/>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4"/>
          <p:cNvSpPr txBox="1">
            <a:spLocks noGrp="1"/>
          </p:cNvSpPr>
          <p:nvPr>
            <p:ph type="ftr" idx="11"/>
          </p:nvPr>
        </p:nvSpPr>
        <p:spPr>
          <a:xfrm>
            <a:off x="1088136" y="6272788"/>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4"/>
          <p:cNvSpPr txBox="1">
            <a:spLocks noGrp="1"/>
          </p:cNvSpPr>
          <p:nvPr>
            <p:ph type="sldNum" idx="12"/>
          </p:nvPr>
        </p:nvSpPr>
        <p:spPr>
          <a:xfrm>
            <a:off x="11311128" y="6272788"/>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7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75"/>
          <p:cNvSpPr txBox="1">
            <a:spLocks noGrp="1"/>
          </p:cNvSpPr>
          <p:nvPr>
            <p:ph type="body" idx="1"/>
          </p:nvPr>
        </p:nvSpPr>
        <p:spPr>
          <a:xfrm>
            <a:off x="1066800" y="2048256"/>
            <a:ext cx="4754880" cy="64008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1700"/>
              <a:buNone/>
              <a:defRPr sz="2000" b="1">
                <a:solidFill>
                  <a:srgbClr val="548BB7"/>
                </a:solidFill>
              </a:defRPr>
            </a:lvl1pPr>
            <a:lvl2pPr marL="914400" lvl="1" indent="-228600" algn="l">
              <a:lnSpc>
                <a:spcPct val="90000"/>
              </a:lnSpc>
              <a:spcBef>
                <a:spcPts val="400"/>
              </a:spcBef>
              <a:spcAft>
                <a:spcPts val="0"/>
              </a:spcAft>
              <a:buSzPts val="1700"/>
              <a:buNone/>
              <a:defRPr sz="2000" b="1"/>
            </a:lvl2pPr>
            <a:lvl3pPr marL="1371600" lvl="2" indent="-228600" algn="l">
              <a:lnSpc>
                <a:spcPct val="90000"/>
              </a:lnSpc>
              <a:spcBef>
                <a:spcPts val="400"/>
              </a:spcBef>
              <a:spcAft>
                <a:spcPts val="0"/>
              </a:spcAft>
              <a:buSzPts val="1530"/>
              <a:buNone/>
              <a:defRPr sz="1800" b="1"/>
            </a:lvl3pPr>
            <a:lvl4pPr marL="1828800" lvl="3" indent="-228600" algn="l">
              <a:lnSpc>
                <a:spcPct val="90000"/>
              </a:lnSpc>
              <a:spcBef>
                <a:spcPts val="400"/>
              </a:spcBef>
              <a:spcAft>
                <a:spcPts val="0"/>
              </a:spcAft>
              <a:buSzPts val="1360"/>
              <a:buNone/>
              <a:defRPr sz="1600" b="1"/>
            </a:lvl4pPr>
            <a:lvl5pPr marL="2286000" lvl="4" indent="-228600" algn="l">
              <a:lnSpc>
                <a:spcPct val="90000"/>
              </a:lnSpc>
              <a:spcBef>
                <a:spcPts val="400"/>
              </a:spcBef>
              <a:spcAft>
                <a:spcPts val="0"/>
              </a:spcAft>
              <a:buSzPts val="1360"/>
              <a:buNone/>
              <a:defRPr sz="1600" b="1"/>
            </a:lvl5pPr>
            <a:lvl6pPr marL="2743200" lvl="5" indent="-228600" algn="l">
              <a:lnSpc>
                <a:spcPct val="90000"/>
              </a:lnSpc>
              <a:spcBef>
                <a:spcPts val="400"/>
              </a:spcBef>
              <a:spcAft>
                <a:spcPts val="0"/>
              </a:spcAft>
              <a:buSzPts val="1360"/>
              <a:buNone/>
              <a:defRPr sz="1600" b="1"/>
            </a:lvl6pPr>
            <a:lvl7pPr marL="3200400" lvl="6" indent="-228600" algn="l">
              <a:lnSpc>
                <a:spcPct val="90000"/>
              </a:lnSpc>
              <a:spcBef>
                <a:spcPts val="400"/>
              </a:spcBef>
              <a:spcAft>
                <a:spcPts val="0"/>
              </a:spcAft>
              <a:buSzPts val="1360"/>
              <a:buNone/>
              <a:defRPr sz="1600" b="1"/>
            </a:lvl7pPr>
            <a:lvl8pPr marL="3657600" lvl="7" indent="-228600" algn="l">
              <a:lnSpc>
                <a:spcPct val="90000"/>
              </a:lnSpc>
              <a:spcBef>
                <a:spcPts val="400"/>
              </a:spcBef>
              <a:spcAft>
                <a:spcPts val="0"/>
              </a:spcAft>
              <a:buSzPts val="1360"/>
              <a:buNone/>
              <a:defRPr sz="1600" b="1"/>
            </a:lvl8pPr>
            <a:lvl9pPr marL="4114800" lvl="8" indent="-228600" algn="l">
              <a:lnSpc>
                <a:spcPct val="90000"/>
              </a:lnSpc>
              <a:spcBef>
                <a:spcPts val="400"/>
              </a:spcBef>
              <a:spcAft>
                <a:spcPts val="200"/>
              </a:spcAft>
              <a:buSzPts val="1360"/>
              <a:buNone/>
              <a:defRPr sz="1600" b="1"/>
            </a:lvl9pPr>
          </a:lstStyle>
          <a:p>
            <a:endParaRPr/>
          </a:p>
        </p:txBody>
      </p:sp>
      <p:sp>
        <p:nvSpPr>
          <p:cNvPr id="58" name="Google Shape;58;p75"/>
          <p:cNvSpPr txBox="1">
            <a:spLocks noGrp="1"/>
          </p:cNvSpPr>
          <p:nvPr>
            <p:ph type="body" idx="2"/>
          </p:nvPr>
        </p:nvSpPr>
        <p:spPr>
          <a:xfrm>
            <a:off x="1069848" y="2743200"/>
            <a:ext cx="4754880" cy="3291840"/>
          </a:xfrm>
          <a:prstGeom prst="rect">
            <a:avLst/>
          </a:prstGeom>
          <a:noFill/>
          <a:ln>
            <a:noFill/>
          </a:ln>
        </p:spPr>
        <p:txBody>
          <a:bodyPr spcFirstLastPara="1" wrap="square" lIns="91425" tIns="45700" rIns="91425" bIns="45700" anchor="t" anchorCtr="0">
            <a:normAutofit/>
          </a:bodyPr>
          <a:lstStyle>
            <a:lvl1pPr marL="457200" lvl="0" indent="-336550" algn="l">
              <a:lnSpc>
                <a:spcPct val="90000"/>
              </a:lnSpc>
              <a:spcBef>
                <a:spcPts val="1200"/>
              </a:spcBef>
              <a:spcAft>
                <a:spcPts val="0"/>
              </a:spcAft>
              <a:buSzPts val="1700"/>
              <a:buChar char="▪"/>
              <a:defRPr sz="2000"/>
            </a:lvl1pPr>
            <a:lvl2pPr marL="914400" lvl="1" indent="-325755" algn="l">
              <a:lnSpc>
                <a:spcPct val="90000"/>
              </a:lnSpc>
              <a:spcBef>
                <a:spcPts val="400"/>
              </a:spcBef>
              <a:spcAft>
                <a:spcPts val="0"/>
              </a:spcAft>
              <a:buSzPts val="1530"/>
              <a:buChar char="▪"/>
              <a:defRPr sz="1800"/>
            </a:lvl2pPr>
            <a:lvl3pPr marL="1371600" lvl="2" indent="-314960" algn="l">
              <a:lnSpc>
                <a:spcPct val="90000"/>
              </a:lnSpc>
              <a:spcBef>
                <a:spcPts val="400"/>
              </a:spcBef>
              <a:spcAft>
                <a:spcPts val="0"/>
              </a:spcAft>
              <a:buSzPts val="1360"/>
              <a:buChar char="▪"/>
              <a:defRPr sz="1600"/>
            </a:lvl3pPr>
            <a:lvl4pPr marL="1828800" lvl="3" indent="-314960" algn="l">
              <a:lnSpc>
                <a:spcPct val="90000"/>
              </a:lnSpc>
              <a:spcBef>
                <a:spcPts val="400"/>
              </a:spcBef>
              <a:spcAft>
                <a:spcPts val="0"/>
              </a:spcAft>
              <a:buSzPts val="1360"/>
              <a:buChar char="▪"/>
              <a:defRPr sz="1600"/>
            </a:lvl4pPr>
            <a:lvl5pPr marL="2286000" lvl="4" indent="-314960" algn="l">
              <a:lnSpc>
                <a:spcPct val="90000"/>
              </a:lnSpc>
              <a:spcBef>
                <a:spcPts val="400"/>
              </a:spcBef>
              <a:spcAft>
                <a:spcPts val="0"/>
              </a:spcAft>
              <a:buSzPts val="1360"/>
              <a:buChar char="▪"/>
              <a:defRPr sz="1600"/>
            </a:lvl5pPr>
            <a:lvl6pPr marL="2743200" lvl="5" indent="-314960" algn="l">
              <a:lnSpc>
                <a:spcPct val="90000"/>
              </a:lnSpc>
              <a:spcBef>
                <a:spcPts val="400"/>
              </a:spcBef>
              <a:spcAft>
                <a:spcPts val="0"/>
              </a:spcAft>
              <a:buSzPts val="1360"/>
              <a:buChar char="▪"/>
              <a:defRPr sz="1600"/>
            </a:lvl6pPr>
            <a:lvl7pPr marL="3200400" lvl="6" indent="-314960" algn="l">
              <a:lnSpc>
                <a:spcPct val="90000"/>
              </a:lnSpc>
              <a:spcBef>
                <a:spcPts val="400"/>
              </a:spcBef>
              <a:spcAft>
                <a:spcPts val="0"/>
              </a:spcAft>
              <a:buSzPts val="1360"/>
              <a:buChar char="▪"/>
              <a:defRPr sz="1600"/>
            </a:lvl7pPr>
            <a:lvl8pPr marL="3657600" lvl="7" indent="-314959" algn="l">
              <a:lnSpc>
                <a:spcPct val="90000"/>
              </a:lnSpc>
              <a:spcBef>
                <a:spcPts val="400"/>
              </a:spcBef>
              <a:spcAft>
                <a:spcPts val="0"/>
              </a:spcAft>
              <a:buSzPts val="1360"/>
              <a:buChar char="▪"/>
              <a:defRPr sz="1600"/>
            </a:lvl8pPr>
            <a:lvl9pPr marL="4114800" lvl="8" indent="-314959" algn="l">
              <a:lnSpc>
                <a:spcPct val="90000"/>
              </a:lnSpc>
              <a:spcBef>
                <a:spcPts val="400"/>
              </a:spcBef>
              <a:spcAft>
                <a:spcPts val="200"/>
              </a:spcAft>
              <a:buSzPts val="1360"/>
              <a:buChar char="▪"/>
              <a:defRPr sz="1600"/>
            </a:lvl9pPr>
          </a:lstStyle>
          <a:p>
            <a:endParaRPr/>
          </a:p>
        </p:txBody>
      </p:sp>
      <p:sp>
        <p:nvSpPr>
          <p:cNvPr id="59" name="Google Shape;59;p75"/>
          <p:cNvSpPr txBox="1">
            <a:spLocks noGrp="1"/>
          </p:cNvSpPr>
          <p:nvPr>
            <p:ph type="body" idx="3"/>
          </p:nvPr>
        </p:nvSpPr>
        <p:spPr>
          <a:xfrm>
            <a:off x="6364224" y="2048256"/>
            <a:ext cx="4754880" cy="64008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1700"/>
              <a:buNone/>
              <a:defRPr sz="2000" b="1">
                <a:solidFill>
                  <a:srgbClr val="548BB7"/>
                </a:solidFill>
              </a:defRPr>
            </a:lvl1pPr>
            <a:lvl2pPr marL="914400" lvl="1" indent="-228600" algn="l">
              <a:lnSpc>
                <a:spcPct val="90000"/>
              </a:lnSpc>
              <a:spcBef>
                <a:spcPts val="400"/>
              </a:spcBef>
              <a:spcAft>
                <a:spcPts val="0"/>
              </a:spcAft>
              <a:buSzPts val="1700"/>
              <a:buNone/>
              <a:defRPr sz="2000" b="1"/>
            </a:lvl2pPr>
            <a:lvl3pPr marL="1371600" lvl="2" indent="-228600" algn="l">
              <a:lnSpc>
                <a:spcPct val="90000"/>
              </a:lnSpc>
              <a:spcBef>
                <a:spcPts val="400"/>
              </a:spcBef>
              <a:spcAft>
                <a:spcPts val="0"/>
              </a:spcAft>
              <a:buSzPts val="1530"/>
              <a:buNone/>
              <a:defRPr sz="1800" b="1"/>
            </a:lvl3pPr>
            <a:lvl4pPr marL="1828800" lvl="3" indent="-228600" algn="l">
              <a:lnSpc>
                <a:spcPct val="90000"/>
              </a:lnSpc>
              <a:spcBef>
                <a:spcPts val="400"/>
              </a:spcBef>
              <a:spcAft>
                <a:spcPts val="0"/>
              </a:spcAft>
              <a:buSzPts val="1360"/>
              <a:buNone/>
              <a:defRPr sz="1600" b="1"/>
            </a:lvl4pPr>
            <a:lvl5pPr marL="2286000" lvl="4" indent="-228600" algn="l">
              <a:lnSpc>
                <a:spcPct val="90000"/>
              </a:lnSpc>
              <a:spcBef>
                <a:spcPts val="400"/>
              </a:spcBef>
              <a:spcAft>
                <a:spcPts val="0"/>
              </a:spcAft>
              <a:buSzPts val="1360"/>
              <a:buNone/>
              <a:defRPr sz="1600" b="1"/>
            </a:lvl5pPr>
            <a:lvl6pPr marL="2743200" lvl="5" indent="-228600" algn="l">
              <a:lnSpc>
                <a:spcPct val="90000"/>
              </a:lnSpc>
              <a:spcBef>
                <a:spcPts val="400"/>
              </a:spcBef>
              <a:spcAft>
                <a:spcPts val="0"/>
              </a:spcAft>
              <a:buSzPts val="1360"/>
              <a:buNone/>
              <a:defRPr sz="1600" b="1"/>
            </a:lvl6pPr>
            <a:lvl7pPr marL="3200400" lvl="6" indent="-228600" algn="l">
              <a:lnSpc>
                <a:spcPct val="90000"/>
              </a:lnSpc>
              <a:spcBef>
                <a:spcPts val="400"/>
              </a:spcBef>
              <a:spcAft>
                <a:spcPts val="0"/>
              </a:spcAft>
              <a:buSzPts val="1360"/>
              <a:buNone/>
              <a:defRPr sz="1600" b="1"/>
            </a:lvl7pPr>
            <a:lvl8pPr marL="3657600" lvl="7" indent="-228600" algn="l">
              <a:lnSpc>
                <a:spcPct val="90000"/>
              </a:lnSpc>
              <a:spcBef>
                <a:spcPts val="400"/>
              </a:spcBef>
              <a:spcAft>
                <a:spcPts val="0"/>
              </a:spcAft>
              <a:buSzPts val="1360"/>
              <a:buNone/>
              <a:defRPr sz="1600" b="1"/>
            </a:lvl8pPr>
            <a:lvl9pPr marL="4114800" lvl="8" indent="-228600" algn="l">
              <a:lnSpc>
                <a:spcPct val="90000"/>
              </a:lnSpc>
              <a:spcBef>
                <a:spcPts val="400"/>
              </a:spcBef>
              <a:spcAft>
                <a:spcPts val="200"/>
              </a:spcAft>
              <a:buSzPts val="1360"/>
              <a:buNone/>
              <a:defRPr sz="1600" b="1"/>
            </a:lvl9pPr>
          </a:lstStyle>
          <a:p>
            <a:endParaRPr/>
          </a:p>
        </p:txBody>
      </p:sp>
      <p:sp>
        <p:nvSpPr>
          <p:cNvPr id="60" name="Google Shape;60;p75"/>
          <p:cNvSpPr txBox="1">
            <a:spLocks noGrp="1"/>
          </p:cNvSpPr>
          <p:nvPr>
            <p:ph type="body" idx="4"/>
          </p:nvPr>
        </p:nvSpPr>
        <p:spPr>
          <a:xfrm>
            <a:off x="6364224" y="2743200"/>
            <a:ext cx="4754880" cy="3291840"/>
          </a:xfrm>
          <a:prstGeom prst="rect">
            <a:avLst/>
          </a:prstGeom>
          <a:noFill/>
          <a:ln>
            <a:noFill/>
          </a:ln>
        </p:spPr>
        <p:txBody>
          <a:bodyPr spcFirstLastPara="1" wrap="square" lIns="91425" tIns="45700" rIns="91425" bIns="45700" anchor="t" anchorCtr="0">
            <a:normAutofit/>
          </a:bodyPr>
          <a:lstStyle>
            <a:lvl1pPr marL="457200" lvl="0" indent="-336550" algn="l">
              <a:lnSpc>
                <a:spcPct val="90000"/>
              </a:lnSpc>
              <a:spcBef>
                <a:spcPts val="1200"/>
              </a:spcBef>
              <a:spcAft>
                <a:spcPts val="0"/>
              </a:spcAft>
              <a:buSzPts val="1700"/>
              <a:buChar char="▪"/>
              <a:defRPr sz="2000"/>
            </a:lvl1pPr>
            <a:lvl2pPr marL="914400" lvl="1" indent="-325755" algn="l">
              <a:lnSpc>
                <a:spcPct val="90000"/>
              </a:lnSpc>
              <a:spcBef>
                <a:spcPts val="400"/>
              </a:spcBef>
              <a:spcAft>
                <a:spcPts val="0"/>
              </a:spcAft>
              <a:buSzPts val="1530"/>
              <a:buChar char="▪"/>
              <a:defRPr sz="1800"/>
            </a:lvl2pPr>
            <a:lvl3pPr marL="1371600" lvl="2" indent="-314960" algn="l">
              <a:lnSpc>
                <a:spcPct val="90000"/>
              </a:lnSpc>
              <a:spcBef>
                <a:spcPts val="400"/>
              </a:spcBef>
              <a:spcAft>
                <a:spcPts val="0"/>
              </a:spcAft>
              <a:buSzPts val="1360"/>
              <a:buChar char="▪"/>
              <a:defRPr sz="1600"/>
            </a:lvl3pPr>
            <a:lvl4pPr marL="1828800" lvl="3" indent="-314960" algn="l">
              <a:lnSpc>
                <a:spcPct val="90000"/>
              </a:lnSpc>
              <a:spcBef>
                <a:spcPts val="400"/>
              </a:spcBef>
              <a:spcAft>
                <a:spcPts val="0"/>
              </a:spcAft>
              <a:buSzPts val="1360"/>
              <a:buChar char="▪"/>
              <a:defRPr sz="1600"/>
            </a:lvl4pPr>
            <a:lvl5pPr marL="2286000" lvl="4" indent="-314960" algn="l">
              <a:lnSpc>
                <a:spcPct val="90000"/>
              </a:lnSpc>
              <a:spcBef>
                <a:spcPts val="400"/>
              </a:spcBef>
              <a:spcAft>
                <a:spcPts val="0"/>
              </a:spcAft>
              <a:buSzPts val="1360"/>
              <a:buChar char="▪"/>
              <a:defRPr sz="1600"/>
            </a:lvl5pPr>
            <a:lvl6pPr marL="2743200" lvl="5" indent="-314960" algn="l">
              <a:lnSpc>
                <a:spcPct val="90000"/>
              </a:lnSpc>
              <a:spcBef>
                <a:spcPts val="400"/>
              </a:spcBef>
              <a:spcAft>
                <a:spcPts val="0"/>
              </a:spcAft>
              <a:buSzPts val="1360"/>
              <a:buChar char="▪"/>
              <a:defRPr sz="1600"/>
            </a:lvl6pPr>
            <a:lvl7pPr marL="3200400" lvl="6" indent="-314960" algn="l">
              <a:lnSpc>
                <a:spcPct val="90000"/>
              </a:lnSpc>
              <a:spcBef>
                <a:spcPts val="400"/>
              </a:spcBef>
              <a:spcAft>
                <a:spcPts val="0"/>
              </a:spcAft>
              <a:buSzPts val="1360"/>
              <a:buChar char="▪"/>
              <a:defRPr sz="1600"/>
            </a:lvl7pPr>
            <a:lvl8pPr marL="3657600" lvl="7" indent="-314959" algn="l">
              <a:lnSpc>
                <a:spcPct val="90000"/>
              </a:lnSpc>
              <a:spcBef>
                <a:spcPts val="400"/>
              </a:spcBef>
              <a:spcAft>
                <a:spcPts val="0"/>
              </a:spcAft>
              <a:buSzPts val="1360"/>
              <a:buChar char="▪"/>
              <a:defRPr sz="1600"/>
            </a:lvl8pPr>
            <a:lvl9pPr marL="4114800" lvl="8" indent="-314959" algn="l">
              <a:lnSpc>
                <a:spcPct val="90000"/>
              </a:lnSpc>
              <a:spcBef>
                <a:spcPts val="400"/>
              </a:spcBef>
              <a:spcAft>
                <a:spcPts val="200"/>
              </a:spcAft>
              <a:buSzPts val="1360"/>
              <a:buChar char="▪"/>
              <a:defRPr sz="1600"/>
            </a:lvl9pPr>
          </a:lstStyle>
          <a:p>
            <a:endParaRPr/>
          </a:p>
        </p:txBody>
      </p:sp>
      <p:sp>
        <p:nvSpPr>
          <p:cNvPr id="61" name="Google Shape;61;p75"/>
          <p:cNvSpPr txBox="1">
            <a:spLocks noGrp="1"/>
          </p:cNvSpPr>
          <p:nvPr>
            <p:ph type="dt" idx="10"/>
          </p:nvPr>
        </p:nvSpPr>
        <p:spPr>
          <a:xfrm>
            <a:off x="7964424" y="6272788"/>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75"/>
          <p:cNvSpPr txBox="1">
            <a:spLocks noGrp="1"/>
          </p:cNvSpPr>
          <p:nvPr>
            <p:ph type="ftr" idx="11"/>
          </p:nvPr>
        </p:nvSpPr>
        <p:spPr>
          <a:xfrm>
            <a:off x="1088136" y="6272788"/>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75"/>
          <p:cNvSpPr txBox="1">
            <a:spLocks noGrp="1"/>
          </p:cNvSpPr>
          <p:nvPr>
            <p:ph type="sldNum" idx="12"/>
          </p:nvPr>
        </p:nvSpPr>
        <p:spPr>
          <a:xfrm>
            <a:off x="11311128" y="6272788"/>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4"/>
        <p:cNvGrpSpPr/>
        <p:nvPr/>
      </p:nvGrpSpPr>
      <p:grpSpPr>
        <a:xfrm>
          <a:off x="0" y="0"/>
          <a:ext cx="0" cy="0"/>
          <a:chOff x="0" y="0"/>
          <a:chExt cx="0" cy="0"/>
        </a:xfrm>
      </p:grpSpPr>
      <p:sp>
        <p:nvSpPr>
          <p:cNvPr id="65" name="Google Shape;65;p76"/>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76"/>
          <p:cNvSpPr txBox="1">
            <a:spLocks noGrp="1"/>
          </p:cNvSpPr>
          <p:nvPr>
            <p:ph type="dt" idx="10"/>
          </p:nvPr>
        </p:nvSpPr>
        <p:spPr>
          <a:xfrm>
            <a:off x="7964424" y="6272788"/>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76"/>
          <p:cNvSpPr txBox="1">
            <a:spLocks noGrp="1"/>
          </p:cNvSpPr>
          <p:nvPr>
            <p:ph type="ftr" idx="11"/>
          </p:nvPr>
        </p:nvSpPr>
        <p:spPr>
          <a:xfrm>
            <a:off x="1088136" y="6272788"/>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76"/>
          <p:cNvSpPr txBox="1">
            <a:spLocks noGrp="1"/>
          </p:cNvSpPr>
          <p:nvPr>
            <p:ph type="sldNum" idx="12"/>
          </p:nvPr>
        </p:nvSpPr>
        <p:spPr>
          <a:xfrm>
            <a:off x="11311128" y="6272788"/>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9"/>
        <p:cNvGrpSpPr/>
        <p:nvPr/>
      </p:nvGrpSpPr>
      <p:grpSpPr>
        <a:xfrm>
          <a:off x="0" y="0"/>
          <a:ext cx="0" cy="0"/>
          <a:chOff x="0" y="0"/>
          <a:chExt cx="0" cy="0"/>
        </a:xfrm>
      </p:grpSpPr>
      <p:sp>
        <p:nvSpPr>
          <p:cNvPr id="70" name="Google Shape;70;p77"/>
          <p:cNvSpPr txBox="1">
            <a:spLocks noGrp="1"/>
          </p:cNvSpPr>
          <p:nvPr>
            <p:ph type="dt" idx="10"/>
          </p:nvPr>
        </p:nvSpPr>
        <p:spPr>
          <a:xfrm>
            <a:off x="7964424" y="6272788"/>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77"/>
          <p:cNvSpPr txBox="1">
            <a:spLocks noGrp="1"/>
          </p:cNvSpPr>
          <p:nvPr>
            <p:ph type="ftr" idx="11"/>
          </p:nvPr>
        </p:nvSpPr>
        <p:spPr>
          <a:xfrm>
            <a:off x="1088136" y="6272788"/>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77"/>
          <p:cNvSpPr txBox="1">
            <a:spLocks noGrp="1"/>
          </p:cNvSpPr>
          <p:nvPr>
            <p:ph type="sldNum" idx="12"/>
          </p:nvPr>
        </p:nvSpPr>
        <p:spPr>
          <a:xfrm>
            <a:off x="11311128" y="6272788"/>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3"/>
        <p:cNvGrpSpPr/>
        <p:nvPr/>
      </p:nvGrpSpPr>
      <p:grpSpPr>
        <a:xfrm>
          <a:off x="0" y="0"/>
          <a:ext cx="0" cy="0"/>
          <a:chOff x="0" y="0"/>
          <a:chExt cx="0" cy="0"/>
        </a:xfrm>
      </p:grpSpPr>
      <p:sp>
        <p:nvSpPr>
          <p:cNvPr id="74" name="Google Shape;74;p78"/>
          <p:cNvSpPr/>
          <p:nvPr/>
        </p:nvSpPr>
        <p:spPr>
          <a:xfrm>
            <a:off x="8303741" y="4"/>
            <a:ext cx="3888259" cy="6857999"/>
          </a:xfrm>
          <a:prstGeom prst="rect">
            <a:avLst/>
          </a:prstGeom>
          <a:blipFill rotWithShape="1">
            <a:blip r:embed="rId2">
              <a:alphaModFix amt="60000"/>
            </a:blip>
            <a:tile tx="0" ty="-704850" sx="92000" sy="89000" flip="xy" algn="ctr"/>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78"/>
          <p:cNvSpPr txBox="1">
            <a:spLocks noGrp="1"/>
          </p:cNvSpPr>
          <p:nvPr>
            <p:ph type="title"/>
          </p:nvPr>
        </p:nvSpPr>
        <p:spPr>
          <a:xfrm>
            <a:off x="8549640" y="685800"/>
            <a:ext cx="3200400" cy="17373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3200"/>
              <a:buFont typeface="Georgia"/>
              <a:buNone/>
              <a:defRPr sz="32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78"/>
          <p:cNvSpPr txBox="1">
            <a:spLocks noGrp="1"/>
          </p:cNvSpPr>
          <p:nvPr>
            <p:ph type="body" idx="1"/>
          </p:nvPr>
        </p:nvSpPr>
        <p:spPr>
          <a:xfrm>
            <a:off x="838200" y="685800"/>
            <a:ext cx="6711696" cy="5020056"/>
          </a:xfrm>
          <a:prstGeom prst="rect">
            <a:avLst/>
          </a:prstGeom>
          <a:noFill/>
          <a:ln>
            <a:noFill/>
          </a:ln>
        </p:spPr>
        <p:txBody>
          <a:bodyPr spcFirstLastPara="1" wrap="square" lIns="91425" tIns="45700" rIns="91425" bIns="45700" anchor="t" anchorCtr="0">
            <a:normAutofit/>
          </a:bodyPr>
          <a:lstStyle>
            <a:lvl1pPr marL="457200" lvl="0" indent="-336550" algn="l">
              <a:lnSpc>
                <a:spcPct val="90000"/>
              </a:lnSpc>
              <a:spcBef>
                <a:spcPts val="1200"/>
              </a:spcBef>
              <a:spcAft>
                <a:spcPts val="0"/>
              </a:spcAft>
              <a:buSzPts val="1700"/>
              <a:buChar char="▪"/>
              <a:defRPr sz="2000"/>
            </a:lvl1pPr>
            <a:lvl2pPr marL="914400" lvl="1" indent="-325755" algn="l">
              <a:lnSpc>
                <a:spcPct val="90000"/>
              </a:lnSpc>
              <a:spcBef>
                <a:spcPts val="400"/>
              </a:spcBef>
              <a:spcAft>
                <a:spcPts val="0"/>
              </a:spcAft>
              <a:buSzPts val="1530"/>
              <a:buChar char="▪"/>
              <a:defRPr sz="1800"/>
            </a:lvl2pPr>
            <a:lvl3pPr marL="1371600" lvl="2" indent="-314960" algn="l">
              <a:lnSpc>
                <a:spcPct val="90000"/>
              </a:lnSpc>
              <a:spcBef>
                <a:spcPts val="400"/>
              </a:spcBef>
              <a:spcAft>
                <a:spcPts val="0"/>
              </a:spcAft>
              <a:buSzPts val="1360"/>
              <a:buChar char="▪"/>
              <a:defRPr sz="1600"/>
            </a:lvl3pPr>
            <a:lvl4pPr marL="1828800" lvl="3" indent="-314960" algn="l">
              <a:lnSpc>
                <a:spcPct val="90000"/>
              </a:lnSpc>
              <a:spcBef>
                <a:spcPts val="400"/>
              </a:spcBef>
              <a:spcAft>
                <a:spcPts val="0"/>
              </a:spcAft>
              <a:buSzPts val="1360"/>
              <a:buChar char="▪"/>
              <a:defRPr sz="1600"/>
            </a:lvl4pPr>
            <a:lvl5pPr marL="2286000" lvl="4" indent="-314960" algn="l">
              <a:lnSpc>
                <a:spcPct val="90000"/>
              </a:lnSpc>
              <a:spcBef>
                <a:spcPts val="400"/>
              </a:spcBef>
              <a:spcAft>
                <a:spcPts val="0"/>
              </a:spcAft>
              <a:buSzPts val="1360"/>
              <a:buChar char="▪"/>
              <a:defRPr sz="1600"/>
            </a:lvl5pPr>
            <a:lvl6pPr marL="2743200" lvl="5" indent="-314960" algn="l">
              <a:lnSpc>
                <a:spcPct val="90000"/>
              </a:lnSpc>
              <a:spcBef>
                <a:spcPts val="400"/>
              </a:spcBef>
              <a:spcAft>
                <a:spcPts val="0"/>
              </a:spcAft>
              <a:buSzPts val="1360"/>
              <a:buChar char="▪"/>
              <a:defRPr sz="1600"/>
            </a:lvl6pPr>
            <a:lvl7pPr marL="3200400" lvl="6" indent="-314960" algn="l">
              <a:lnSpc>
                <a:spcPct val="90000"/>
              </a:lnSpc>
              <a:spcBef>
                <a:spcPts val="400"/>
              </a:spcBef>
              <a:spcAft>
                <a:spcPts val="0"/>
              </a:spcAft>
              <a:buSzPts val="1360"/>
              <a:buChar char="▪"/>
              <a:defRPr sz="1600"/>
            </a:lvl7pPr>
            <a:lvl8pPr marL="3657600" lvl="7" indent="-314959" algn="l">
              <a:lnSpc>
                <a:spcPct val="90000"/>
              </a:lnSpc>
              <a:spcBef>
                <a:spcPts val="400"/>
              </a:spcBef>
              <a:spcAft>
                <a:spcPts val="0"/>
              </a:spcAft>
              <a:buSzPts val="1360"/>
              <a:buChar char="▪"/>
              <a:defRPr sz="1600"/>
            </a:lvl8pPr>
            <a:lvl9pPr marL="4114800" lvl="8" indent="-314959" algn="l">
              <a:lnSpc>
                <a:spcPct val="90000"/>
              </a:lnSpc>
              <a:spcBef>
                <a:spcPts val="400"/>
              </a:spcBef>
              <a:spcAft>
                <a:spcPts val="200"/>
              </a:spcAft>
              <a:buSzPts val="1360"/>
              <a:buChar char="▪"/>
              <a:defRPr sz="1600"/>
            </a:lvl9pPr>
          </a:lstStyle>
          <a:p>
            <a:endParaRPr/>
          </a:p>
        </p:txBody>
      </p:sp>
      <p:sp>
        <p:nvSpPr>
          <p:cNvPr id="77" name="Google Shape;77;p78"/>
          <p:cNvSpPr txBox="1">
            <a:spLocks noGrp="1"/>
          </p:cNvSpPr>
          <p:nvPr>
            <p:ph type="body" idx="2"/>
          </p:nvPr>
        </p:nvSpPr>
        <p:spPr>
          <a:xfrm>
            <a:off x="8549640" y="2423160"/>
            <a:ext cx="3200400" cy="329184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190"/>
              <a:buNone/>
              <a:defRPr sz="1400">
                <a:solidFill>
                  <a:srgbClr val="345D7E"/>
                </a:solidFill>
              </a:defRPr>
            </a:lvl1pPr>
            <a:lvl2pPr marL="914400" lvl="1" indent="-228600" algn="l">
              <a:lnSpc>
                <a:spcPct val="90000"/>
              </a:lnSpc>
              <a:spcBef>
                <a:spcPts val="400"/>
              </a:spcBef>
              <a:spcAft>
                <a:spcPts val="0"/>
              </a:spcAft>
              <a:buSzPts val="1020"/>
              <a:buNone/>
              <a:defRPr sz="1200"/>
            </a:lvl2pPr>
            <a:lvl3pPr marL="1371600" lvl="2" indent="-228600" algn="l">
              <a:lnSpc>
                <a:spcPct val="90000"/>
              </a:lnSpc>
              <a:spcBef>
                <a:spcPts val="400"/>
              </a:spcBef>
              <a:spcAft>
                <a:spcPts val="0"/>
              </a:spcAft>
              <a:buSzPts val="850"/>
              <a:buNone/>
              <a:defRPr sz="1000"/>
            </a:lvl3pPr>
            <a:lvl4pPr marL="1828800" lvl="3" indent="-228600" algn="l">
              <a:lnSpc>
                <a:spcPct val="90000"/>
              </a:lnSpc>
              <a:spcBef>
                <a:spcPts val="400"/>
              </a:spcBef>
              <a:spcAft>
                <a:spcPts val="0"/>
              </a:spcAft>
              <a:buSzPts val="765"/>
              <a:buNone/>
              <a:defRPr sz="900"/>
            </a:lvl4pPr>
            <a:lvl5pPr marL="2286000" lvl="4" indent="-228600" algn="l">
              <a:lnSpc>
                <a:spcPct val="90000"/>
              </a:lnSpc>
              <a:spcBef>
                <a:spcPts val="400"/>
              </a:spcBef>
              <a:spcAft>
                <a:spcPts val="0"/>
              </a:spcAft>
              <a:buSzPts val="765"/>
              <a:buNone/>
              <a:defRPr sz="900"/>
            </a:lvl5pPr>
            <a:lvl6pPr marL="2743200" lvl="5" indent="-228600" algn="l">
              <a:lnSpc>
                <a:spcPct val="90000"/>
              </a:lnSpc>
              <a:spcBef>
                <a:spcPts val="400"/>
              </a:spcBef>
              <a:spcAft>
                <a:spcPts val="0"/>
              </a:spcAft>
              <a:buSzPts val="765"/>
              <a:buNone/>
              <a:defRPr sz="900"/>
            </a:lvl6pPr>
            <a:lvl7pPr marL="3200400" lvl="6" indent="-228600" algn="l">
              <a:lnSpc>
                <a:spcPct val="90000"/>
              </a:lnSpc>
              <a:spcBef>
                <a:spcPts val="400"/>
              </a:spcBef>
              <a:spcAft>
                <a:spcPts val="0"/>
              </a:spcAft>
              <a:buSzPts val="765"/>
              <a:buNone/>
              <a:defRPr sz="900"/>
            </a:lvl7pPr>
            <a:lvl8pPr marL="3657600" lvl="7" indent="-228600" algn="l">
              <a:lnSpc>
                <a:spcPct val="90000"/>
              </a:lnSpc>
              <a:spcBef>
                <a:spcPts val="400"/>
              </a:spcBef>
              <a:spcAft>
                <a:spcPts val="0"/>
              </a:spcAft>
              <a:buSzPts val="765"/>
              <a:buNone/>
              <a:defRPr sz="900"/>
            </a:lvl8pPr>
            <a:lvl9pPr marL="4114800" lvl="8" indent="-228600" algn="l">
              <a:lnSpc>
                <a:spcPct val="90000"/>
              </a:lnSpc>
              <a:spcBef>
                <a:spcPts val="400"/>
              </a:spcBef>
              <a:spcAft>
                <a:spcPts val="200"/>
              </a:spcAft>
              <a:buSzPts val="765"/>
              <a:buNone/>
              <a:defRPr sz="900"/>
            </a:lvl9pPr>
          </a:lstStyle>
          <a:p>
            <a:endParaRPr/>
          </a:p>
        </p:txBody>
      </p:sp>
      <p:sp>
        <p:nvSpPr>
          <p:cNvPr id="78" name="Google Shape;78;p78"/>
          <p:cNvSpPr txBox="1">
            <a:spLocks noGrp="1"/>
          </p:cNvSpPr>
          <p:nvPr>
            <p:ph type="dt" idx="10"/>
          </p:nvPr>
        </p:nvSpPr>
        <p:spPr>
          <a:xfrm>
            <a:off x="7964424" y="6272788"/>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78"/>
          <p:cNvSpPr txBox="1">
            <a:spLocks noGrp="1"/>
          </p:cNvSpPr>
          <p:nvPr>
            <p:ph type="ftr" idx="11"/>
          </p:nvPr>
        </p:nvSpPr>
        <p:spPr>
          <a:xfrm>
            <a:off x="1088136" y="6272788"/>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80" name="Google Shape;80;p78"/>
          <p:cNvGrpSpPr/>
          <p:nvPr/>
        </p:nvGrpSpPr>
        <p:grpSpPr>
          <a:xfrm>
            <a:off x="11401725" y="6229681"/>
            <a:ext cx="457200" cy="457200"/>
            <a:chOff x="11361456" y="6195813"/>
            <a:chExt cx="548640" cy="548640"/>
          </a:xfrm>
        </p:grpSpPr>
        <p:sp>
          <p:nvSpPr>
            <p:cNvPr id="81" name="Google Shape;81;p78"/>
            <p:cNvSpPr/>
            <p:nvPr/>
          </p:nvSpPr>
          <p:spPr>
            <a:xfrm>
              <a:off x="11361456" y="6195813"/>
              <a:ext cx="548640" cy="548640"/>
            </a:xfrm>
            <a:prstGeom prst="ellipse">
              <a:avLst/>
            </a:prstGeom>
            <a:blipFill rotWithShape="1">
              <a:blip r:embed="rId3">
                <a:alphaModFix/>
              </a:blip>
              <a:tile tx="50800" ty="0" sx="85000" sy="85000" flip="none" algn="tl"/>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78"/>
            <p:cNvSpPr/>
            <p:nvPr/>
          </p:nvSpPr>
          <p:spPr>
            <a:xfrm>
              <a:off x="11396488" y="6230844"/>
              <a:ext cx="478576" cy="478578"/>
            </a:xfrm>
            <a:prstGeom prst="ellipse">
              <a:avLst/>
            </a:prstGeom>
            <a:no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 name="Google Shape;83;p78"/>
          <p:cNvSpPr txBox="1">
            <a:spLocks noGrp="1"/>
          </p:cNvSpPr>
          <p:nvPr>
            <p:ph type="sldNum" idx="12"/>
          </p:nvPr>
        </p:nvSpPr>
        <p:spPr>
          <a:xfrm>
            <a:off x="11311128" y="6272788"/>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84"/>
        <p:cNvGrpSpPr/>
        <p:nvPr/>
      </p:nvGrpSpPr>
      <p:grpSpPr>
        <a:xfrm>
          <a:off x="0" y="0"/>
          <a:ext cx="0" cy="0"/>
          <a:chOff x="0" y="0"/>
          <a:chExt cx="0" cy="0"/>
        </a:xfrm>
      </p:grpSpPr>
      <p:sp>
        <p:nvSpPr>
          <p:cNvPr id="85" name="Google Shape;85;p79"/>
          <p:cNvSpPr/>
          <p:nvPr/>
        </p:nvSpPr>
        <p:spPr>
          <a:xfrm>
            <a:off x="8303741" y="4"/>
            <a:ext cx="3888259" cy="6857999"/>
          </a:xfrm>
          <a:prstGeom prst="rect">
            <a:avLst/>
          </a:prstGeom>
          <a:blipFill rotWithShape="1">
            <a:blip r:embed="rId2">
              <a:alphaModFix amt="60000"/>
            </a:blip>
            <a:tile tx="0" ty="-704850" sx="92000" sy="89000" flip="xy" algn="ctr"/>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79"/>
          <p:cNvSpPr txBox="1">
            <a:spLocks noGrp="1"/>
          </p:cNvSpPr>
          <p:nvPr>
            <p:ph type="title"/>
          </p:nvPr>
        </p:nvSpPr>
        <p:spPr>
          <a:xfrm>
            <a:off x="8549640" y="685800"/>
            <a:ext cx="3200400" cy="17373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3200"/>
              <a:buFont typeface="Georgia"/>
              <a:buNone/>
              <a:defRPr sz="32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79"/>
          <p:cNvSpPr>
            <a:spLocks noGrp="1"/>
          </p:cNvSpPr>
          <p:nvPr>
            <p:ph type="pic" idx="2"/>
          </p:nvPr>
        </p:nvSpPr>
        <p:spPr>
          <a:xfrm>
            <a:off x="2" y="0"/>
            <a:ext cx="8303740" cy="6858000"/>
          </a:xfrm>
          <a:prstGeom prst="rect">
            <a:avLst/>
          </a:prstGeom>
          <a:solidFill>
            <a:srgbClr val="E4DEDB"/>
          </a:solidFill>
          <a:ln>
            <a:noFill/>
          </a:ln>
        </p:spPr>
      </p:sp>
      <p:sp>
        <p:nvSpPr>
          <p:cNvPr id="88" name="Google Shape;88;p79"/>
          <p:cNvSpPr txBox="1">
            <a:spLocks noGrp="1"/>
          </p:cNvSpPr>
          <p:nvPr>
            <p:ph type="body" idx="1"/>
          </p:nvPr>
        </p:nvSpPr>
        <p:spPr>
          <a:xfrm>
            <a:off x="8549640" y="2423160"/>
            <a:ext cx="3200400" cy="329184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190"/>
              <a:buNone/>
              <a:defRPr sz="1400">
                <a:solidFill>
                  <a:srgbClr val="345D7E"/>
                </a:solidFill>
              </a:defRPr>
            </a:lvl1pPr>
            <a:lvl2pPr marL="914400" lvl="1" indent="-228600" algn="l">
              <a:lnSpc>
                <a:spcPct val="90000"/>
              </a:lnSpc>
              <a:spcBef>
                <a:spcPts val="400"/>
              </a:spcBef>
              <a:spcAft>
                <a:spcPts val="0"/>
              </a:spcAft>
              <a:buSzPts val="1020"/>
              <a:buNone/>
              <a:defRPr sz="1200"/>
            </a:lvl2pPr>
            <a:lvl3pPr marL="1371600" lvl="2" indent="-228600" algn="l">
              <a:lnSpc>
                <a:spcPct val="90000"/>
              </a:lnSpc>
              <a:spcBef>
                <a:spcPts val="400"/>
              </a:spcBef>
              <a:spcAft>
                <a:spcPts val="0"/>
              </a:spcAft>
              <a:buSzPts val="850"/>
              <a:buNone/>
              <a:defRPr sz="1000"/>
            </a:lvl3pPr>
            <a:lvl4pPr marL="1828800" lvl="3" indent="-228600" algn="l">
              <a:lnSpc>
                <a:spcPct val="90000"/>
              </a:lnSpc>
              <a:spcBef>
                <a:spcPts val="400"/>
              </a:spcBef>
              <a:spcAft>
                <a:spcPts val="0"/>
              </a:spcAft>
              <a:buSzPts val="765"/>
              <a:buNone/>
              <a:defRPr sz="900"/>
            </a:lvl4pPr>
            <a:lvl5pPr marL="2286000" lvl="4" indent="-228600" algn="l">
              <a:lnSpc>
                <a:spcPct val="90000"/>
              </a:lnSpc>
              <a:spcBef>
                <a:spcPts val="400"/>
              </a:spcBef>
              <a:spcAft>
                <a:spcPts val="0"/>
              </a:spcAft>
              <a:buSzPts val="765"/>
              <a:buNone/>
              <a:defRPr sz="900"/>
            </a:lvl5pPr>
            <a:lvl6pPr marL="2743200" lvl="5" indent="-228600" algn="l">
              <a:lnSpc>
                <a:spcPct val="90000"/>
              </a:lnSpc>
              <a:spcBef>
                <a:spcPts val="400"/>
              </a:spcBef>
              <a:spcAft>
                <a:spcPts val="0"/>
              </a:spcAft>
              <a:buSzPts val="765"/>
              <a:buNone/>
              <a:defRPr sz="900"/>
            </a:lvl6pPr>
            <a:lvl7pPr marL="3200400" lvl="6" indent="-228600" algn="l">
              <a:lnSpc>
                <a:spcPct val="90000"/>
              </a:lnSpc>
              <a:spcBef>
                <a:spcPts val="400"/>
              </a:spcBef>
              <a:spcAft>
                <a:spcPts val="0"/>
              </a:spcAft>
              <a:buSzPts val="765"/>
              <a:buNone/>
              <a:defRPr sz="900"/>
            </a:lvl7pPr>
            <a:lvl8pPr marL="3657600" lvl="7" indent="-228600" algn="l">
              <a:lnSpc>
                <a:spcPct val="90000"/>
              </a:lnSpc>
              <a:spcBef>
                <a:spcPts val="400"/>
              </a:spcBef>
              <a:spcAft>
                <a:spcPts val="0"/>
              </a:spcAft>
              <a:buSzPts val="765"/>
              <a:buNone/>
              <a:defRPr sz="900"/>
            </a:lvl8pPr>
            <a:lvl9pPr marL="4114800" lvl="8" indent="-228600" algn="l">
              <a:lnSpc>
                <a:spcPct val="90000"/>
              </a:lnSpc>
              <a:spcBef>
                <a:spcPts val="400"/>
              </a:spcBef>
              <a:spcAft>
                <a:spcPts val="200"/>
              </a:spcAft>
              <a:buSzPts val="765"/>
              <a:buNone/>
              <a:defRPr sz="900"/>
            </a:lvl9pPr>
          </a:lstStyle>
          <a:p>
            <a:endParaRPr/>
          </a:p>
        </p:txBody>
      </p:sp>
      <p:sp>
        <p:nvSpPr>
          <p:cNvPr id="89" name="Google Shape;89;p79"/>
          <p:cNvSpPr txBox="1">
            <a:spLocks noGrp="1"/>
          </p:cNvSpPr>
          <p:nvPr>
            <p:ph type="dt" idx="10"/>
          </p:nvPr>
        </p:nvSpPr>
        <p:spPr>
          <a:xfrm>
            <a:off x="7964424" y="6272788"/>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90" name="Google Shape;90;p79"/>
          <p:cNvGrpSpPr/>
          <p:nvPr/>
        </p:nvGrpSpPr>
        <p:grpSpPr>
          <a:xfrm>
            <a:off x="11401725" y="6229681"/>
            <a:ext cx="457200" cy="457200"/>
            <a:chOff x="11361456" y="6195813"/>
            <a:chExt cx="548640" cy="548640"/>
          </a:xfrm>
        </p:grpSpPr>
        <p:sp>
          <p:nvSpPr>
            <p:cNvPr id="91" name="Google Shape;91;p79"/>
            <p:cNvSpPr/>
            <p:nvPr/>
          </p:nvSpPr>
          <p:spPr>
            <a:xfrm>
              <a:off x="11361456" y="6195813"/>
              <a:ext cx="548640" cy="548640"/>
            </a:xfrm>
            <a:prstGeom prst="ellipse">
              <a:avLst/>
            </a:prstGeom>
            <a:blipFill rotWithShape="1">
              <a:blip r:embed="rId3">
                <a:alphaModFix/>
              </a:blip>
              <a:tile tx="50800" ty="0" sx="85000" sy="85000" flip="none" algn="tl"/>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79"/>
            <p:cNvSpPr/>
            <p:nvPr/>
          </p:nvSpPr>
          <p:spPr>
            <a:xfrm>
              <a:off x="11396488" y="6230844"/>
              <a:ext cx="478576" cy="478578"/>
            </a:xfrm>
            <a:prstGeom prst="ellipse">
              <a:avLst/>
            </a:prstGeom>
            <a:no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79"/>
          <p:cNvSpPr txBox="1">
            <a:spLocks noGrp="1"/>
          </p:cNvSpPr>
          <p:nvPr>
            <p:ph type="sldNum" idx="12"/>
          </p:nvPr>
        </p:nvSpPr>
        <p:spPr>
          <a:xfrm>
            <a:off x="11311128" y="6272788"/>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4"/>
        <p:cNvGrpSpPr/>
        <p:nvPr/>
      </p:nvGrpSpPr>
      <p:grpSpPr>
        <a:xfrm>
          <a:off x="0" y="0"/>
          <a:ext cx="0" cy="0"/>
          <a:chOff x="0" y="0"/>
          <a:chExt cx="0" cy="0"/>
        </a:xfrm>
      </p:grpSpPr>
      <p:sp>
        <p:nvSpPr>
          <p:cNvPr id="95" name="Google Shape;95;p80"/>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80"/>
          <p:cNvSpPr txBox="1">
            <a:spLocks noGrp="1"/>
          </p:cNvSpPr>
          <p:nvPr>
            <p:ph type="body" idx="1"/>
          </p:nvPr>
        </p:nvSpPr>
        <p:spPr>
          <a:xfrm rot="5400000">
            <a:off x="4073652" y="-882396"/>
            <a:ext cx="4050792" cy="10058400"/>
          </a:xfrm>
          <a:prstGeom prst="rect">
            <a:avLst/>
          </a:prstGeom>
          <a:noFill/>
          <a:ln>
            <a:noFill/>
          </a:ln>
        </p:spPr>
        <p:txBody>
          <a:bodyPr spcFirstLastPara="1" wrap="square" lIns="91425" tIns="45700" rIns="91425" bIns="45700" anchor="t" anchorCtr="0">
            <a:normAutofit/>
          </a:bodyPr>
          <a:lstStyle>
            <a:lvl1pPr marL="457200" lvl="0" indent="-325755" algn="l">
              <a:lnSpc>
                <a:spcPct val="90000"/>
              </a:lnSpc>
              <a:spcBef>
                <a:spcPts val="1200"/>
              </a:spcBef>
              <a:spcAft>
                <a:spcPts val="0"/>
              </a:spcAft>
              <a:buSzPts val="1530"/>
              <a:buChar char="▪"/>
              <a:defRPr/>
            </a:lvl1pPr>
            <a:lvl2pPr marL="914400" lvl="1" indent="-325755" algn="l">
              <a:lnSpc>
                <a:spcPct val="90000"/>
              </a:lnSpc>
              <a:spcBef>
                <a:spcPts val="400"/>
              </a:spcBef>
              <a:spcAft>
                <a:spcPts val="0"/>
              </a:spcAft>
              <a:buSzPts val="1530"/>
              <a:buChar char="▪"/>
              <a:defRPr/>
            </a:lvl2pPr>
            <a:lvl3pPr marL="1371600" lvl="2" indent="-325755" algn="l">
              <a:lnSpc>
                <a:spcPct val="90000"/>
              </a:lnSpc>
              <a:spcBef>
                <a:spcPts val="400"/>
              </a:spcBef>
              <a:spcAft>
                <a:spcPts val="0"/>
              </a:spcAft>
              <a:buSzPts val="1530"/>
              <a:buChar char="▪"/>
              <a:defRPr/>
            </a:lvl3pPr>
            <a:lvl4pPr marL="1828800" lvl="3" indent="-325755" algn="l">
              <a:lnSpc>
                <a:spcPct val="90000"/>
              </a:lnSpc>
              <a:spcBef>
                <a:spcPts val="400"/>
              </a:spcBef>
              <a:spcAft>
                <a:spcPts val="0"/>
              </a:spcAft>
              <a:buSzPts val="1530"/>
              <a:buChar char="▪"/>
              <a:defRPr/>
            </a:lvl4pPr>
            <a:lvl5pPr marL="2286000" lvl="4" indent="-325754" algn="l">
              <a:lnSpc>
                <a:spcPct val="90000"/>
              </a:lnSpc>
              <a:spcBef>
                <a:spcPts val="400"/>
              </a:spcBef>
              <a:spcAft>
                <a:spcPts val="0"/>
              </a:spcAft>
              <a:buSzPts val="1530"/>
              <a:buChar char="▪"/>
              <a:defRPr/>
            </a:lvl5pPr>
            <a:lvl6pPr marL="2743200" lvl="5" indent="-325754" algn="l">
              <a:lnSpc>
                <a:spcPct val="90000"/>
              </a:lnSpc>
              <a:spcBef>
                <a:spcPts val="400"/>
              </a:spcBef>
              <a:spcAft>
                <a:spcPts val="0"/>
              </a:spcAft>
              <a:buSzPts val="1530"/>
              <a:buChar char="▪"/>
              <a:defRPr/>
            </a:lvl6pPr>
            <a:lvl7pPr marL="3200400" lvl="6" indent="-325754" algn="l">
              <a:lnSpc>
                <a:spcPct val="90000"/>
              </a:lnSpc>
              <a:spcBef>
                <a:spcPts val="400"/>
              </a:spcBef>
              <a:spcAft>
                <a:spcPts val="0"/>
              </a:spcAft>
              <a:buSzPts val="1530"/>
              <a:buChar char="▪"/>
              <a:defRPr/>
            </a:lvl7pPr>
            <a:lvl8pPr marL="3657600" lvl="7" indent="-325754" algn="l">
              <a:lnSpc>
                <a:spcPct val="90000"/>
              </a:lnSpc>
              <a:spcBef>
                <a:spcPts val="400"/>
              </a:spcBef>
              <a:spcAft>
                <a:spcPts val="0"/>
              </a:spcAft>
              <a:buSzPts val="1530"/>
              <a:buChar char="▪"/>
              <a:defRPr/>
            </a:lvl8pPr>
            <a:lvl9pPr marL="4114800" lvl="8" indent="-325754" algn="l">
              <a:lnSpc>
                <a:spcPct val="90000"/>
              </a:lnSpc>
              <a:spcBef>
                <a:spcPts val="400"/>
              </a:spcBef>
              <a:spcAft>
                <a:spcPts val="200"/>
              </a:spcAft>
              <a:buSzPts val="1530"/>
              <a:buChar char="▪"/>
              <a:defRPr/>
            </a:lvl9pPr>
          </a:lstStyle>
          <a:p>
            <a:endParaRPr/>
          </a:p>
        </p:txBody>
      </p:sp>
      <p:sp>
        <p:nvSpPr>
          <p:cNvPr id="97" name="Google Shape;97;p80"/>
          <p:cNvSpPr txBox="1">
            <a:spLocks noGrp="1"/>
          </p:cNvSpPr>
          <p:nvPr>
            <p:ph type="dt" idx="10"/>
          </p:nvPr>
        </p:nvSpPr>
        <p:spPr>
          <a:xfrm>
            <a:off x="7964424" y="6272788"/>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80"/>
          <p:cNvSpPr txBox="1">
            <a:spLocks noGrp="1"/>
          </p:cNvSpPr>
          <p:nvPr>
            <p:ph type="ftr" idx="11"/>
          </p:nvPr>
        </p:nvSpPr>
        <p:spPr>
          <a:xfrm>
            <a:off x="1088136" y="6272788"/>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80"/>
          <p:cNvSpPr txBox="1">
            <a:spLocks noGrp="1"/>
          </p:cNvSpPr>
          <p:nvPr>
            <p:ph type="sldNum" idx="12"/>
          </p:nvPr>
        </p:nvSpPr>
        <p:spPr>
          <a:xfrm>
            <a:off x="11311128" y="6272788"/>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0"/>
        <p:cNvGrpSpPr/>
        <p:nvPr/>
      </p:nvGrpSpPr>
      <p:grpSpPr>
        <a:xfrm>
          <a:off x="0" y="0"/>
          <a:ext cx="0" cy="0"/>
          <a:chOff x="0" y="0"/>
          <a:chExt cx="0" cy="0"/>
        </a:xfrm>
      </p:grpSpPr>
      <p:sp>
        <p:nvSpPr>
          <p:cNvPr id="101" name="Google Shape;101;p81"/>
          <p:cNvSpPr txBox="1">
            <a:spLocks noGrp="1"/>
          </p:cNvSpPr>
          <p:nvPr>
            <p:ph type="title"/>
          </p:nvPr>
        </p:nvSpPr>
        <p:spPr>
          <a:xfrm rot="5400000">
            <a:off x="7181852" y="2076450"/>
            <a:ext cx="5638800" cy="2552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81"/>
          <p:cNvSpPr txBox="1">
            <a:spLocks noGrp="1"/>
          </p:cNvSpPr>
          <p:nvPr>
            <p:ph type="body" idx="1"/>
          </p:nvPr>
        </p:nvSpPr>
        <p:spPr>
          <a:xfrm rot="5400000">
            <a:off x="2000252" y="-400050"/>
            <a:ext cx="5638800" cy="7505700"/>
          </a:xfrm>
          <a:prstGeom prst="rect">
            <a:avLst/>
          </a:prstGeom>
          <a:noFill/>
          <a:ln>
            <a:noFill/>
          </a:ln>
        </p:spPr>
        <p:txBody>
          <a:bodyPr spcFirstLastPara="1" wrap="square" lIns="91425" tIns="45700" rIns="91425" bIns="45700" anchor="t" anchorCtr="0">
            <a:normAutofit/>
          </a:bodyPr>
          <a:lstStyle>
            <a:lvl1pPr marL="457200" lvl="0" indent="-325755" algn="l">
              <a:lnSpc>
                <a:spcPct val="90000"/>
              </a:lnSpc>
              <a:spcBef>
                <a:spcPts val="1200"/>
              </a:spcBef>
              <a:spcAft>
                <a:spcPts val="0"/>
              </a:spcAft>
              <a:buSzPts val="1530"/>
              <a:buChar char="▪"/>
              <a:defRPr/>
            </a:lvl1pPr>
            <a:lvl2pPr marL="914400" lvl="1" indent="-325755" algn="l">
              <a:lnSpc>
                <a:spcPct val="90000"/>
              </a:lnSpc>
              <a:spcBef>
                <a:spcPts val="400"/>
              </a:spcBef>
              <a:spcAft>
                <a:spcPts val="0"/>
              </a:spcAft>
              <a:buSzPts val="1530"/>
              <a:buChar char="▪"/>
              <a:defRPr/>
            </a:lvl2pPr>
            <a:lvl3pPr marL="1371600" lvl="2" indent="-325755" algn="l">
              <a:lnSpc>
                <a:spcPct val="90000"/>
              </a:lnSpc>
              <a:spcBef>
                <a:spcPts val="400"/>
              </a:spcBef>
              <a:spcAft>
                <a:spcPts val="0"/>
              </a:spcAft>
              <a:buSzPts val="1530"/>
              <a:buChar char="▪"/>
              <a:defRPr/>
            </a:lvl3pPr>
            <a:lvl4pPr marL="1828800" lvl="3" indent="-325755" algn="l">
              <a:lnSpc>
                <a:spcPct val="90000"/>
              </a:lnSpc>
              <a:spcBef>
                <a:spcPts val="400"/>
              </a:spcBef>
              <a:spcAft>
                <a:spcPts val="0"/>
              </a:spcAft>
              <a:buSzPts val="1530"/>
              <a:buChar char="▪"/>
              <a:defRPr/>
            </a:lvl4pPr>
            <a:lvl5pPr marL="2286000" lvl="4" indent="-325754" algn="l">
              <a:lnSpc>
                <a:spcPct val="90000"/>
              </a:lnSpc>
              <a:spcBef>
                <a:spcPts val="400"/>
              </a:spcBef>
              <a:spcAft>
                <a:spcPts val="0"/>
              </a:spcAft>
              <a:buSzPts val="1530"/>
              <a:buChar char="▪"/>
              <a:defRPr/>
            </a:lvl5pPr>
            <a:lvl6pPr marL="2743200" lvl="5" indent="-325754" algn="l">
              <a:lnSpc>
                <a:spcPct val="90000"/>
              </a:lnSpc>
              <a:spcBef>
                <a:spcPts val="400"/>
              </a:spcBef>
              <a:spcAft>
                <a:spcPts val="0"/>
              </a:spcAft>
              <a:buSzPts val="1530"/>
              <a:buChar char="▪"/>
              <a:defRPr/>
            </a:lvl6pPr>
            <a:lvl7pPr marL="3200400" lvl="6" indent="-325754" algn="l">
              <a:lnSpc>
                <a:spcPct val="90000"/>
              </a:lnSpc>
              <a:spcBef>
                <a:spcPts val="400"/>
              </a:spcBef>
              <a:spcAft>
                <a:spcPts val="0"/>
              </a:spcAft>
              <a:buSzPts val="1530"/>
              <a:buChar char="▪"/>
              <a:defRPr/>
            </a:lvl7pPr>
            <a:lvl8pPr marL="3657600" lvl="7" indent="-325754" algn="l">
              <a:lnSpc>
                <a:spcPct val="90000"/>
              </a:lnSpc>
              <a:spcBef>
                <a:spcPts val="400"/>
              </a:spcBef>
              <a:spcAft>
                <a:spcPts val="0"/>
              </a:spcAft>
              <a:buSzPts val="1530"/>
              <a:buChar char="▪"/>
              <a:defRPr/>
            </a:lvl8pPr>
            <a:lvl9pPr marL="4114800" lvl="8" indent="-325754" algn="l">
              <a:lnSpc>
                <a:spcPct val="90000"/>
              </a:lnSpc>
              <a:spcBef>
                <a:spcPts val="400"/>
              </a:spcBef>
              <a:spcAft>
                <a:spcPts val="200"/>
              </a:spcAft>
              <a:buSzPts val="1530"/>
              <a:buChar char="▪"/>
              <a:defRPr/>
            </a:lvl9pPr>
          </a:lstStyle>
          <a:p>
            <a:endParaRPr/>
          </a:p>
        </p:txBody>
      </p:sp>
      <p:sp>
        <p:nvSpPr>
          <p:cNvPr id="103" name="Google Shape;103;p81"/>
          <p:cNvSpPr txBox="1">
            <a:spLocks noGrp="1"/>
          </p:cNvSpPr>
          <p:nvPr>
            <p:ph type="dt" idx="10"/>
          </p:nvPr>
        </p:nvSpPr>
        <p:spPr>
          <a:xfrm>
            <a:off x="7964424" y="6272788"/>
            <a:ext cx="3273552"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81"/>
          <p:cNvSpPr txBox="1">
            <a:spLocks noGrp="1"/>
          </p:cNvSpPr>
          <p:nvPr>
            <p:ph type="ftr" idx="11"/>
          </p:nvPr>
        </p:nvSpPr>
        <p:spPr>
          <a:xfrm>
            <a:off x="1088136" y="6272788"/>
            <a:ext cx="63276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81"/>
          <p:cNvSpPr txBox="1">
            <a:spLocks noGrp="1"/>
          </p:cNvSpPr>
          <p:nvPr>
            <p:ph type="sldNum" idx="12"/>
          </p:nvPr>
        </p:nvSpPr>
        <p:spPr>
          <a:xfrm>
            <a:off x="11311128" y="6272788"/>
            <a:ext cx="64008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0"/>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SzPts val="4800"/>
              <a:buFont typeface="Georgia"/>
              <a:buNone/>
              <a:defRPr sz="4800" b="1" i="0" u="none" strike="noStrike" cap="none">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70"/>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lvl1pPr marL="457200" marR="0" lvl="0" indent="-379730" algn="l" rtl="0">
              <a:lnSpc>
                <a:spcPct val="90000"/>
              </a:lnSpc>
              <a:spcBef>
                <a:spcPts val="1200"/>
              </a:spcBef>
              <a:spcAft>
                <a:spcPts val="0"/>
              </a:spcAft>
              <a:buClr>
                <a:srgbClr val="548BB7"/>
              </a:buClr>
              <a:buSzPts val="2380"/>
              <a:buFont typeface="Noto Sans Symbols"/>
              <a:buChar char="▪"/>
              <a:defRPr sz="2800" b="0" i="0" u="none" strike="noStrike" cap="none">
                <a:solidFill>
                  <a:schemeClr val="dk1"/>
                </a:solidFill>
                <a:latin typeface="Calibri"/>
                <a:ea typeface="Calibri"/>
                <a:cs typeface="Calibri"/>
                <a:sym typeface="Calibri"/>
              </a:defRPr>
            </a:lvl1pPr>
            <a:lvl2pPr marL="914400" marR="0" lvl="1" indent="-358140" algn="l" rtl="0">
              <a:lnSpc>
                <a:spcPct val="90000"/>
              </a:lnSpc>
              <a:spcBef>
                <a:spcPts val="400"/>
              </a:spcBef>
              <a:spcAft>
                <a:spcPts val="0"/>
              </a:spcAft>
              <a:buClr>
                <a:srgbClr val="548BB7"/>
              </a:buClr>
              <a:buSzPts val="2040"/>
              <a:buFont typeface="Noto Sans Symbols"/>
              <a:buChar char="▪"/>
              <a:defRPr sz="2400" b="0" i="0" u="none" strike="noStrike" cap="none">
                <a:solidFill>
                  <a:schemeClr val="dk1"/>
                </a:solidFill>
                <a:latin typeface="Calibri"/>
                <a:ea typeface="Calibri"/>
                <a:cs typeface="Calibri"/>
                <a:sym typeface="Calibri"/>
              </a:defRPr>
            </a:lvl2pPr>
            <a:lvl3pPr marL="1371600" marR="0" lvl="2" indent="-336550" algn="l" rtl="0">
              <a:lnSpc>
                <a:spcPct val="90000"/>
              </a:lnSpc>
              <a:spcBef>
                <a:spcPts val="400"/>
              </a:spcBef>
              <a:spcAft>
                <a:spcPts val="0"/>
              </a:spcAft>
              <a:buClr>
                <a:srgbClr val="548BB7"/>
              </a:buClr>
              <a:buSzPts val="1700"/>
              <a:buFont typeface="Noto Sans Symbols"/>
              <a:buChar char="▪"/>
              <a:defRPr sz="2000" b="0" i="0" u="none" strike="noStrike" cap="none">
                <a:solidFill>
                  <a:schemeClr val="dk1"/>
                </a:solidFill>
                <a:latin typeface="Calibri"/>
                <a:ea typeface="Calibri"/>
                <a:cs typeface="Calibri"/>
                <a:sym typeface="Calibri"/>
              </a:defRPr>
            </a:lvl3pPr>
            <a:lvl4pPr marL="1828800" marR="0" lvl="3" indent="-336550" algn="l" rtl="0">
              <a:lnSpc>
                <a:spcPct val="90000"/>
              </a:lnSpc>
              <a:spcBef>
                <a:spcPts val="400"/>
              </a:spcBef>
              <a:spcAft>
                <a:spcPts val="0"/>
              </a:spcAft>
              <a:buClr>
                <a:srgbClr val="548BB7"/>
              </a:buClr>
              <a:buSzPts val="1700"/>
              <a:buFont typeface="Noto Sans Symbols"/>
              <a:buChar char="▪"/>
              <a:defRPr sz="2000" b="0" i="0" u="none" strike="noStrike" cap="none">
                <a:solidFill>
                  <a:schemeClr val="dk1"/>
                </a:solidFill>
                <a:latin typeface="Calibri"/>
                <a:ea typeface="Calibri"/>
                <a:cs typeface="Calibri"/>
                <a:sym typeface="Calibri"/>
              </a:defRPr>
            </a:lvl4pPr>
            <a:lvl5pPr marL="2286000" marR="0" lvl="4" indent="-336550" algn="l" rtl="0">
              <a:lnSpc>
                <a:spcPct val="90000"/>
              </a:lnSpc>
              <a:spcBef>
                <a:spcPts val="400"/>
              </a:spcBef>
              <a:spcAft>
                <a:spcPts val="0"/>
              </a:spcAft>
              <a:buClr>
                <a:srgbClr val="548BB7"/>
              </a:buClr>
              <a:buSzPts val="1700"/>
              <a:buFont typeface="Noto Sans Symbols"/>
              <a:buChar char="▪"/>
              <a:defRPr sz="2000" b="0" i="0" u="none" strike="noStrike" cap="none">
                <a:solidFill>
                  <a:schemeClr val="dk1"/>
                </a:solidFill>
                <a:latin typeface="Calibri"/>
                <a:ea typeface="Calibri"/>
                <a:cs typeface="Calibri"/>
                <a:sym typeface="Calibri"/>
              </a:defRPr>
            </a:lvl5pPr>
            <a:lvl6pPr marL="2743200" marR="0" lvl="5" indent="-314960" algn="l" rtl="0">
              <a:lnSpc>
                <a:spcPct val="90000"/>
              </a:lnSpc>
              <a:spcBef>
                <a:spcPts val="400"/>
              </a:spcBef>
              <a:spcAft>
                <a:spcPts val="0"/>
              </a:spcAft>
              <a:buClr>
                <a:srgbClr val="548BB7"/>
              </a:buClr>
              <a:buSzPts val="1360"/>
              <a:buFont typeface="Noto Sans Symbols"/>
              <a:buChar char="▪"/>
              <a:defRPr sz="1600" b="0" i="0" u="none" strike="noStrike" cap="none">
                <a:solidFill>
                  <a:schemeClr val="dk1"/>
                </a:solidFill>
                <a:latin typeface="Trebuchet MS"/>
                <a:ea typeface="Trebuchet MS"/>
                <a:cs typeface="Trebuchet MS"/>
                <a:sym typeface="Trebuchet MS"/>
              </a:defRPr>
            </a:lvl6pPr>
            <a:lvl7pPr marL="3200400" marR="0" lvl="6" indent="-314960" algn="l" rtl="0">
              <a:lnSpc>
                <a:spcPct val="90000"/>
              </a:lnSpc>
              <a:spcBef>
                <a:spcPts val="400"/>
              </a:spcBef>
              <a:spcAft>
                <a:spcPts val="0"/>
              </a:spcAft>
              <a:buClr>
                <a:srgbClr val="548BB7"/>
              </a:buClr>
              <a:buSzPts val="1360"/>
              <a:buFont typeface="Noto Sans Symbols"/>
              <a:buChar char="▪"/>
              <a:defRPr sz="1600" b="0" i="0" u="none" strike="noStrike" cap="none">
                <a:solidFill>
                  <a:schemeClr val="dk1"/>
                </a:solidFill>
                <a:latin typeface="Trebuchet MS"/>
                <a:ea typeface="Trebuchet MS"/>
                <a:cs typeface="Trebuchet MS"/>
                <a:sym typeface="Trebuchet MS"/>
              </a:defRPr>
            </a:lvl7pPr>
            <a:lvl8pPr marL="3657600" marR="0" lvl="7" indent="-314959" algn="l" rtl="0">
              <a:lnSpc>
                <a:spcPct val="90000"/>
              </a:lnSpc>
              <a:spcBef>
                <a:spcPts val="400"/>
              </a:spcBef>
              <a:spcAft>
                <a:spcPts val="0"/>
              </a:spcAft>
              <a:buClr>
                <a:srgbClr val="548BB7"/>
              </a:buClr>
              <a:buSzPts val="1360"/>
              <a:buFont typeface="Noto Sans Symbols"/>
              <a:buChar char="▪"/>
              <a:defRPr sz="1600" b="0" i="0" u="none" strike="noStrike" cap="none">
                <a:solidFill>
                  <a:schemeClr val="dk1"/>
                </a:solidFill>
                <a:latin typeface="Trebuchet MS"/>
                <a:ea typeface="Trebuchet MS"/>
                <a:cs typeface="Trebuchet MS"/>
                <a:sym typeface="Trebuchet MS"/>
              </a:defRPr>
            </a:lvl8pPr>
            <a:lvl9pPr marL="4114800" marR="0" lvl="8" indent="-314959" algn="l" rtl="0">
              <a:lnSpc>
                <a:spcPct val="90000"/>
              </a:lnSpc>
              <a:spcBef>
                <a:spcPts val="400"/>
              </a:spcBef>
              <a:spcAft>
                <a:spcPts val="200"/>
              </a:spcAft>
              <a:buClr>
                <a:srgbClr val="548BB7"/>
              </a:buClr>
              <a:buSzPts val="1360"/>
              <a:buFont typeface="Noto Sans Symbols"/>
              <a:buChar char="▪"/>
              <a:defRPr sz="1600" b="0" i="0" u="none" strike="noStrike" cap="none">
                <a:solidFill>
                  <a:schemeClr val="dk1"/>
                </a:solidFill>
                <a:latin typeface="Trebuchet MS"/>
                <a:ea typeface="Trebuchet MS"/>
                <a:cs typeface="Trebuchet MS"/>
                <a:sym typeface="Trebuchet MS"/>
              </a:defRPr>
            </a:lvl9pPr>
          </a:lstStyle>
          <a:p>
            <a:endParaRPr/>
          </a:p>
        </p:txBody>
      </p:sp>
      <p:sp>
        <p:nvSpPr>
          <p:cNvPr id="12" name="Google Shape;12;p70"/>
          <p:cNvSpPr txBox="1">
            <a:spLocks noGrp="1"/>
          </p:cNvSpPr>
          <p:nvPr>
            <p:ph type="dt" idx="10"/>
          </p:nvPr>
        </p:nvSpPr>
        <p:spPr>
          <a:xfrm>
            <a:off x="7964424" y="6272788"/>
            <a:ext cx="3273552"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100" b="0"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13" name="Google Shape;13;p70"/>
          <p:cNvSpPr txBox="1">
            <a:spLocks noGrp="1"/>
          </p:cNvSpPr>
          <p:nvPr>
            <p:ph type="ftr" idx="11"/>
          </p:nvPr>
        </p:nvSpPr>
        <p:spPr>
          <a:xfrm>
            <a:off x="1088136" y="6272788"/>
            <a:ext cx="6327648"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100" b="0"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grpSp>
        <p:nvGrpSpPr>
          <p:cNvPr id="14" name="Google Shape;14;p70"/>
          <p:cNvGrpSpPr/>
          <p:nvPr/>
        </p:nvGrpSpPr>
        <p:grpSpPr>
          <a:xfrm>
            <a:off x="11401725" y="6229681"/>
            <a:ext cx="457200" cy="457200"/>
            <a:chOff x="11361456" y="6195813"/>
            <a:chExt cx="548640" cy="548640"/>
          </a:xfrm>
        </p:grpSpPr>
        <p:sp>
          <p:nvSpPr>
            <p:cNvPr id="15" name="Google Shape;15;p70"/>
            <p:cNvSpPr/>
            <p:nvPr/>
          </p:nvSpPr>
          <p:spPr>
            <a:xfrm>
              <a:off x="11361456" y="6195813"/>
              <a:ext cx="548640" cy="548640"/>
            </a:xfrm>
            <a:prstGeom prst="ellipse">
              <a:avLst/>
            </a:prstGeom>
            <a:blipFill rotWithShape="1">
              <a:blip r:embed="rId13">
                <a:alphaModFix/>
              </a:blip>
              <a:tile tx="50800" ty="0" sx="85000" sy="85000" flip="none" algn="tl"/>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70"/>
            <p:cNvSpPr/>
            <p:nvPr/>
          </p:nvSpPr>
          <p:spPr>
            <a:xfrm>
              <a:off x="11396488" y="6230844"/>
              <a:ext cx="478576" cy="478578"/>
            </a:xfrm>
            <a:prstGeom prst="ellipse">
              <a:avLst/>
            </a:prstGeom>
            <a:no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17;p70"/>
          <p:cNvSpPr txBox="1">
            <a:spLocks noGrp="1"/>
          </p:cNvSpPr>
          <p:nvPr>
            <p:ph type="sldNum" idx="12"/>
          </p:nvPr>
        </p:nvSpPr>
        <p:spPr>
          <a:xfrm>
            <a:off x="11311128" y="6272788"/>
            <a:ext cx="64008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400" b="1" i="0" u="none" strike="noStrike" cap="none">
                <a:solidFill>
                  <a:srgbClr val="FFFFFF"/>
                </a:solidFill>
                <a:latin typeface="Trebuchet MS"/>
                <a:ea typeface="Trebuchet MS"/>
                <a:cs typeface="Trebuchet MS"/>
                <a:sym typeface="Trebuchet MS"/>
              </a:defRPr>
            </a:lvl1pPr>
            <a:lvl2pPr marL="0" marR="0" lvl="1" indent="0" algn="ctr" rtl="0">
              <a:spcBef>
                <a:spcPts val="0"/>
              </a:spcBef>
              <a:buNone/>
              <a:defRPr sz="1400" b="1" i="0" u="none" strike="noStrike" cap="none">
                <a:solidFill>
                  <a:srgbClr val="FFFFFF"/>
                </a:solidFill>
                <a:latin typeface="Trebuchet MS"/>
                <a:ea typeface="Trebuchet MS"/>
                <a:cs typeface="Trebuchet MS"/>
                <a:sym typeface="Trebuchet MS"/>
              </a:defRPr>
            </a:lvl2pPr>
            <a:lvl3pPr marL="0" marR="0" lvl="2" indent="0" algn="ctr" rtl="0">
              <a:spcBef>
                <a:spcPts val="0"/>
              </a:spcBef>
              <a:buNone/>
              <a:defRPr sz="1400" b="1" i="0" u="none" strike="noStrike" cap="none">
                <a:solidFill>
                  <a:srgbClr val="FFFFFF"/>
                </a:solidFill>
                <a:latin typeface="Trebuchet MS"/>
                <a:ea typeface="Trebuchet MS"/>
                <a:cs typeface="Trebuchet MS"/>
                <a:sym typeface="Trebuchet MS"/>
              </a:defRPr>
            </a:lvl3pPr>
            <a:lvl4pPr marL="0" marR="0" lvl="3" indent="0" algn="ctr" rtl="0">
              <a:spcBef>
                <a:spcPts val="0"/>
              </a:spcBef>
              <a:buNone/>
              <a:defRPr sz="1400" b="1" i="0" u="none" strike="noStrike" cap="none">
                <a:solidFill>
                  <a:srgbClr val="FFFFFF"/>
                </a:solidFill>
                <a:latin typeface="Trebuchet MS"/>
                <a:ea typeface="Trebuchet MS"/>
                <a:cs typeface="Trebuchet MS"/>
                <a:sym typeface="Trebuchet MS"/>
              </a:defRPr>
            </a:lvl4pPr>
            <a:lvl5pPr marL="0" marR="0" lvl="4" indent="0" algn="ctr" rtl="0">
              <a:spcBef>
                <a:spcPts val="0"/>
              </a:spcBef>
              <a:buNone/>
              <a:defRPr sz="1400" b="1" i="0" u="none" strike="noStrike" cap="none">
                <a:solidFill>
                  <a:srgbClr val="FFFFFF"/>
                </a:solidFill>
                <a:latin typeface="Trebuchet MS"/>
                <a:ea typeface="Trebuchet MS"/>
                <a:cs typeface="Trebuchet MS"/>
                <a:sym typeface="Trebuchet MS"/>
              </a:defRPr>
            </a:lvl5pPr>
            <a:lvl6pPr marL="0" marR="0" lvl="5" indent="0" algn="ctr" rtl="0">
              <a:spcBef>
                <a:spcPts val="0"/>
              </a:spcBef>
              <a:buNone/>
              <a:defRPr sz="1400" b="1" i="0" u="none" strike="noStrike" cap="none">
                <a:solidFill>
                  <a:srgbClr val="FFFFFF"/>
                </a:solidFill>
                <a:latin typeface="Trebuchet MS"/>
                <a:ea typeface="Trebuchet MS"/>
                <a:cs typeface="Trebuchet MS"/>
                <a:sym typeface="Trebuchet MS"/>
              </a:defRPr>
            </a:lvl6pPr>
            <a:lvl7pPr marL="0" marR="0" lvl="6" indent="0" algn="ctr" rtl="0">
              <a:spcBef>
                <a:spcPts val="0"/>
              </a:spcBef>
              <a:buNone/>
              <a:defRPr sz="1400" b="1" i="0" u="none" strike="noStrike" cap="none">
                <a:solidFill>
                  <a:srgbClr val="FFFFFF"/>
                </a:solidFill>
                <a:latin typeface="Trebuchet MS"/>
                <a:ea typeface="Trebuchet MS"/>
                <a:cs typeface="Trebuchet MS"/>
                <a:sym typeface="Trebuchet MS"/>
              </a:defRPr>
            </a:lvl7pPr>
            <a:lvl8pPr marL="0" marR="0" lvl="7" indent="0" algn="ctr" rtl="0">
              <a:spcBef>
                <a:spcPts val="0"/>
              </a:spcBef>
              <a:buNone/>
              <a:defRPr sz="1400" b="1" i="0" u="none" strike="noStrike" cap="none">
                <a:solidFill>
                  <a:srgbClr val="FFFFFF"/>
                </a:solidFill>
                <a:latin typeface="Trebuchet MS"/>
                <a:ea typeface="Trebuchet MS"/>
                <a:cs typeface="Trebuchet MS"/>
                <a:sym typeface="Trebuchet MS"/>
              </a:defRPr>
            </a:lvl8pPr>
            <a:lvl9pPr marL="0" marR="0" lvl="8" indent="0" algn="ctr" rtl="0">
              <a:spcBef>
                <a:spcPts val="0"/>
              </a:spcBef>
              <a:buNone/>
              <a:defRPr sz="1400" b="1" i="0" u="none" strike="noStrike" cap="none">
                <a:solidFill>
                  <a:srgbClr val="FFFFFF"/>
                </a:solidFill>
                <a:latin typeface="Trebuchet MS"/>
                <a:ea typeface="Trebuchet MS"/>
                <a:cs typeface="Trebuchet MS"/>
                <a:sym typeface="Trebuchet MS"/>
              </a:defRPr>
            </a:lvl9pPr>
          </a:lstStyle>
          <a:p>
            <a:pPr marL="0" lvl="0" indent="0" algn="ctr" rtl="0">
              <a:spcBef>
                <a:spcPts val="0"/>
              </a:spcBef>
              <a:spcAft>
                <a:spcPts val="0"/>
              </a:spcAft>
              <a:buNone/>
            </a:pPr>
            <a:fld id="{00000000-1234-1234-1234-123412341234}" type="slidenum">
              <a:rPr lang="en-CA"/>
              <a:t>‹#›</a:t>
            </a:fld>
            <a:endParaRPr/>
          </a:p>
        </p:txBody>
      </p:sp>
      <p:pic>
        <p:nvPicPr>
          <p:cNvPr id="18" name="Google Shape;18;p70"/>
          <p:cNvPicPr preferRelativeResize="0"/>
          <p:nvPr/>
        </p:nvPicPr>
        <p:blipFill rotWithShape="1">
          <a:blip r:embed="rId14">
            <a:alphaModFix/>
          </a:blip>
          <a:srcRect/>
          <a:stretch/>
        </p:blipFill>
        <p:spPr>
          <a:xfrm>
            <a:off x="5196763" y="6199636"/>
            <a:ext cx="1804575" cy="6562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noAutofit/>
          </a:bodyPr>
          <a:lstStyle/>
          <a:p>
            <a:r>
              <a:rPr lang="en-US" sz="4200">
                <a:latin typeface="Trebuchet MS"/>
              </a:rPr>
              <a:t>Collaborator or Assistant?</a:t>
            </a:r>
            <a:br>
              <a:rPr lang="en-US" sz="4200">
                <a:latin typeface="Trebuchet MS"/>
              </a:rPr>
            </a:br>
            <a:r>
              <a:rPr lang="en-US" sz="4200">
                <a:latin typeface="Trebuchet MS"/>
              </a:rPr>
              <a:t>How AI Coding Agents Partition Work Across PR Lifecycles</a:t>
            </a:r>
            <a:endParaRPr sz="4200" dirty="0">
              <a:latin typeface="Trebuchet MS"/>
            </a:endParaRPr>
          </a:p>
        </p:txBody>
      </p:sp>
      <p:sp>
        <p:nvSpPr>
          <p:cNvPr id="3" name="Subtitle 2"/>
          <p:cNvSpPr>
            <a:spLocks noGrp="1"/>
          </p:cNvSpPr>
          <p:nvPr>
            <p:ph type="subTitle" idx="1"/>
          </p:nvPr>
        </p:nvSpPr>
        <p:spPr>
          <a:xfrm>
            <a:off x="1069848" y="4389120"/>
            <a:ext cx="8201152" cy="1281430"/>
          </a:xfrm>
        </p:spPr>
        <p:txBody>
          <a:bodyPr>
            <a:noAutofit/>
          </a:bodyPr>
          <a:lstStyle/>
          <a:p>
            <a:r>
              <a:rPr lang="en-US" sz="2100" b="1">
                <a:solidFill>
                  <a:srgbClr val="000000"/>
                </a:solidFill>
                <a:latin typeface="Trebuchet MS"/>
              </a:rPr>
              <a:t>Young Jo(seph) Chung,  Safwat Hassan</a:t>
            </a:r>
            <a:endParaRPr sz="2100" b="1" i="1" dirty="0">
              <a:solidFill>
                <a:srgbClr val="000000"/>
              </a:solidFill>
              <a:latin typeface="Trebuchet MS"/>
            </a:endParaRPr>
          </a:p>
        </p:txBody>
      </p:sp>
      <p:sp>
        <p:nvSpPr>
          <p:cNvPr id="4" name="TitleYear">
            <a:extLst>
              <a:ext uri="{FF2B5EF4-FFF2-40B4-BE49-F238E27FC236}">
                <a16:creationId xmlns:a16="http://schemas.microsoft.com/office/drawing/2014/main" id="{EDE5E24E-FC37-4A88-B66E-86980A50E0FD}"/>
              </a:ext>
            </a:extLst>
          </p:cNvPr>
          <p:cNvSpPr txBox="1"/>
          <p:nvPr/>
        </p:nvSpPr>
        <p:spPr>
          <a:xfrm>
            <a:off x="9763760" y="4443065"/>
            <a:ext cx="762000" cy="406400"/>
          </a:xfrm>
          <a:prstGeom prst="rect">
            <a:avLst/>
          </a:prstGeom>
          <a:noFill/>
          <a:ln>
            <a:noFill/>
          </a:ln>
        </p:spPr>
        <p:txBody>
          <a:bodyPr vertOverflow="overflow" vert="horz" wrap="none" rtlCol="0" anchor="ctr" anchorCtr="0">
            <a:noAutofit/>
          </a:bodyPr>
          <a:lstStyle/>
          <a:p>
            <a:pPr algn="l"/>
            <a:r>
              <a:rPr lang="en-US" sz="2400" b="1" dirty="0">
                <a:solidFill>
                  <a:srgbClr val="FFFFFF"/>
                </a:solidFill>
                <a:latin typeface="Trebuchet MS"/>
              </a:rPr>
              <a:t>2026</a:t>
            </a:r>
          </a:p>
        </p:txBody>
      </p:sp>
      <p:sp>
        <p:nvSpPr>
          <p:cNvPr id="5" name="TextBox 4">
            <a:extLst>
              <a:ext uri="{FF2B5EF4-FFF2-40B4-BE49-F238E27FC236}">
                <a16:creationId xmlns:a16="http://schemas.microsoft.com/office/drawing/2014/main" id="{42BDBF81-E135-AFF0-586A-D0FBF714B312}"/>
              </a:ext>
            </a:extLst>
          </p:cNvPr>
          <p:cNvSpPr txBox="1"/>
          <p:nvPr/>
        </p:nvSpPr>
        <p:spPr>
          <a:xfrm>
            <a:off x="1244600" y="4902200"/>
            <a:ext cx="10795000" cy="369332"/>
          </a:xfrm>
          <a:prstGeom prst="rect">
            <a:avLst/>
          </a:prstGeom>
          <a:noFill/>
        </p:spPr>
        <p:txBody>
          <a:bodyPr vert="horz" rtlCol="0">
            <a:spAutoFit/>
          </a:bodyPr>
          <a:lstStyle/>
          <a:p>
            <a:r>
              <a:rPr lang="en-US" sz="1800">
                <a:solidFill>
                  <a:srgbClr val="3F4855"/>
                </a:solidFill>
                <a:latin typeface="Aptos" panose="020B0004020202020204" pitchFamily="34" charset="0"/>
              </a:rPr>
              <a:t>University of Toronto - Faculty of Information</a:t>
            </a:r>
          </a:p>
        </p:txBody>
      </p:sp>
      <p:sp>
        <p:nvSpPr>
          <p:cNvPr id="6" name="TextBox 5">
            <a:extLst>
              <a:ext uri="{FF2B5EF4-FFF2-40B4-BE49-F238E27FC236}">
                <a16:creationId xmlns:a16="http://schemas.microsoft.com/office/drawing/2014/main" id="{0C8E844C-B1E7-89A9-CBFD-E02830902209}"/>
              </a:ext>
            </a:extLst>
          </p:cNvPr>
          <p:cNvSpPr txBox="1"/>
          <p:nvPr/>
        </p:nvSpPr>
        <p:spPr>
          <a:xfrm>
            <a:off x="1244600" y="5346700"/>
            <a:ext cx="6350000" cy="369332"/>
          </a:xfrm>
          <a:prstGeom prst="rect">
            <a:avLst/>
          </a:prstGeom>
          <a:noFill/>
        </p:spPr>
        <p:txBody>
          <a:bodyPr vert="horz" rtlCol="0">
            <a:spAutoFit/>
          </a:bodyPr>
          <a:lstStyle/>
          <a:p>
            <a:r>
              <a:rPr lang="en-US" sz="1800" i="1">
                <a:solidFill>
                  <a:srgbClr val="3F4855"/>
                </a:solidFill>
                <a:latin typeface="Aptos" panose="020B0004020202020204" pitchFamily="34" charset="0"/>
              </a:rPr>
              <a:t>AIWare 2026 - Montreal</a:t>
            </a:r>
          </a:p>
        </p:txBody>
      </p:sp>
    </p:spTree>
    <p:extLst>
      <p:ext uri="{BB962C8B-B14F-4D97-AF65-F5344CB8AC3E}">
        <p14:creationId xmlns:p14="http://schemas.microsoft.com/office/powerpoint/2010/main" val="1216667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572000" cy="6858000"/>
          </a:xfrm>
          <a:prstGeom prst="rect">
            <a:avLst/>
          </a:prstGeom>
          <a:solidFill>
            <a:srgbClr val="0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0" y="0"/>
            <a:ext cx="91440" cy="6858000"/>
          </a:xfrm>
          <a:prstGeom prst="rect">
            <a:avLst/>
          </a:prstGeom>
          <a:solidFill>
            <a:srgbClr val="006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566928"/>
            <a:ext cx="3657600" cy="256032"/>
          </a:xfrm>
          <a:prstGeom prst="rect">
            <a:avLst/>
          </a:prstGeom>
          <a:noFill/>
        </p:spPr>
        <p:txBody>
          <a:bodyPr wrap="square" anchor="t">
            <a:spAutoFit/>
          </a:bodyPr>
          <a:lstStyle/>
          <a:p>
            <a:pPr algn="l">
              <a:spcAft>
                <a:spcPts val="0"/>
              </a:spcAft>
              <a:defRPr sz="1150" b="1" i="0">
                <a:solidFill>
                  <a:srgbClr val="D6E8F5"/>
                </a:solidFill>
                <a:latin typeface="Aptos"/>
              </a:defRPr>
            </a:pPr>
            <a:r>
              <a:t>COLD OPEN | 02 / 18</a:t>
            </a:r>
          </a:p>
        </p:txBody>
      </p:sp>
      <p:sp>
        <p:nvSpPr>
          <p:cNvPr id="6" name="TextBox 5"/>
          <p:cNvSpPr txBox="1"/>
          <p:nvPr/>
        </p:nvSpPr>
        <p:spPr>
          <a:xfrm>
            <a:off x="566928" y="1481328"/>
            <a:ext cx="3429000" cy="786384"/>
          </a:xfrm>
          <a:prstGeom prst="rect">
            <a:avLst/>
          </a:prstGeom>
          <a:noFill/>
        </p:spPr>
        <p:txBody>
          <a:bodyPr wrap="square" anchor="t">
            <a:spAutoFit/>
          </a:bodyPr>
          <a:lstStyle/>
          <a:p>
            <a:pPr algn="l">
              <a:spcAft>
                <a:spcPts val="0"/>
              </a:spcAft>
              <a:defRPr sz="4600" b="1" i="0">
                <a:solidFill>
                  <a:srgbClr val="FFFFFF"/>
                </a:solidFill>
                <a:latin typeface="Aptos"/>
              </a:defRPr>
            </a:pPr>
            <a:r>
              <a:t>V = 0.50</a:t>
            </a:r>
          </a:p>
        </p:txBody>
      </p:sp>
      <p:sp>
        <p:nvSpPr>
          <p:cNvPr id="7" name="TextBox 6"/>
          <p:cNvSpPr txBox="1"/>
          <p:nvPr/>
        </p:nvSpPr>
        <p:spPr>
          <a:xfrm>
            <a:off x="566928" y="2487168"/>
            <a:ext cx="3474720" cy="1170432"/>
          </a:xfrm>
          <a:prstGeom prst="rect">
            <a:avLst/>
          </a:prstGeom>
          <a:noFill/>
        </p:spPr>
        <p:txBody>
          <a:bodyPr wrap="square" anchor="t">
            <a:spAutoFit/>
          </a:bodyPr>
          <a:lstStyle/>
          <a:p>
            <a:pPr algn="l">
              <a:spcAft>
                <a:spcPts val="0"/>
              </a:spcAft>
              <a:defRPr sz="2700" b="1" i="0">
                <a:solidFill>
                  <a:srgbClr val="FFFFFF"/>
                </a:solidFill>
                <a:latin typeface="Aptos"/>
              </a:defRPr>
            </a:pPr>
            <a:r>
              <a:t>What does Cramer's V measure?</a:t>
            </a:r>
          </a:p>
        </p:txBody>
      </p:sp>
      <p:sp>
        <p:nvSpPr>
          <p:cNvPr id="8" name="TextBox 7"/>
          <p:cNvSpPr txBox="1"/>
          <p:nvPr/>
        </p:nvSpPr>
        <p:spPr>
          <a:xfrm>
            <a:off x="5257800" y="960120"/>
            <a:ext cx="6355080" cy="1691640"/>
          </a:xfrm>
          <a:prstGeom prst="rect">
            <a:avLst/>
          </a:prstGeom>
          <a:noFill/>
        </p:spPr>
        <p:txBody>
          <a:bodyPr wrap="square" anchor="t">
            <a:spAutoFit/>
          </a:bodyPr>
          <a:lstStyle/>
          <a:p>
            <a:pPr algn="l">
              <a:spcAft>
                <a:spcPts val="0"/>
              </a:spcAft>
              <a:defRPr sz="2200" b="1" i="0">
                <a:solidFill>
                  <a:srgbClr val="181E26"/>
                </a:solidFill>
                <a:latin typeface="Aptos"/>
              </a:defRPr>
            </a:pPr>
            <a:r>
              <a:t>Tool identity predicts PR collaboration scenario: who starts work, who authorizes merge, and where governance remains human.</a:t>
            </a:r>
          </a:p>
        </p:txBody>
      </p:sp>
      <p:sp>
        <p:nvSpPr>
          <p:cNvPr id="9" name="Rectangle 8"/>
          <p:cNvSpPr/>
          <p:nvPr/>
        </p:nvSpPr>
        <p:spPr>
          <a:xfrm>
            <a:off x="5321808" y="2926080"/>
            <a:ext cx="2057400" cy="1417320"/>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321808" y="2926080"/>
            <a:ext cx="73152" cy="1417320"/>
          </a:xfrm>
          <a:prstGeom prst="rect">
            <a:avLst/>
          </a:prstGeom>
          <a:solidFill>
            <a:srgbClr val="005D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522976" y="3017520"/>
            <a:ext cx="1709928" cy="453542"/>
          </a:xfrm>
          <a:prstGeom prst="rect">
            <a:avLst/>
          </a:prstGeom>
          <a:noFill/>
        </p:spPr>
        <p:txBody>
          <a:bodyPr wrap="square" anchor="t">
            <a:spAutoFit/>
          </a:bodyPr>
          <a:lstStyle/>
          <a:p>
            <a:pPr algn="l">
              <a:spcAft>
                <a:spcPts val="0"/>
              </a:spcAft>
              <a:defRPr sz="2400" b="1" i="0">
                <a:solidFill>
                  <a:srgbClr val="005DAA"/>
                </a:solidFill>
                <a:latin typeface="Aptos"/>
              </a:defRPr>
            </a:pPr>
            <a:r>
              <a:t>29,585</a:t>
            </a:r>
          </a:p>
        </p:txBody>
      </p:sp>
      <p:sp>
        <p:nvSpPr>
          <p:cNvPr id="12" name="TextBox 11"/>
          <p:cNvSpPr txBox="1"/>
          <p:nvPr/>
        </p:nvSpPr>
        <p:spPr>
          <a:xfrm>
            <a:off x="5522976" y="3507638"/>
            <a:ext cx="1709928" cy="311810"/>
          </a:xfrm>
          <a:prstGeom prst="rect">
            <a:avLst/>
          </a:prstGeom>
          <a:noFill/>
        </p:spPr>
        <p:txBody>
          <a:bodyPr wrap="square" anchor="t">
            <a:spAutoFit/>
          </a:bodyPr>
          <a:lstStyle/>
          <a:p>
            <a:pPr algn="l">
              <a:spcAft>
                <a:spcPts val="0"/>
              </a:spcAft>
              <a:defRPr sz="1200" b="1" i="0">
                <a:solidFill>
                  <a:srgbClr val="181E26"/>
                </a:solidFill>
                <a:latin typeface="Aptos"/>
              </a:defRPr>
            </a:pPr>
            <a:r>
              <a:t>lifecycle traces</a:t>
            </a:r>
          </a:p>
        </p:txBody>
      </p:sp>
      <p:sp>
        <p:nvSpPr>
          <p:cNvPr id="13" name="TextBox 12"/>
          <p:cNvSpPr txBox="1"/>
          <p:nvPr/>
        </p:nvSpPr>
        <p:spPr>
          <a:xfrm>
            <a:off x="5522976" y="3837736"/>
            <a:ext cx="1709928" cy="425196"/>
          </a:xfrm>
          <a:prstGeom prst="rect">
            <a:avLst/>
          </a:prstGeom>
          <a:noFill/>
        </p:spPr>
        <p:txBody>
          <a:bodyPr wrap="square" anchor="t">
            <a:spAutoFit/>
          </a:bodyPr>
          <a:lstStyle/>
          <a:p>
            <a:pPr algn="l">
              <a:spcAft>
                <a:spcPts val="0"/>
              </a:spcAft>
              <a:defRPr sz="1100" b="0" i="0">
                <a:solidFill>
                  <a:srgbClr val="3A4452"/>
                </a:solidFill>
                <a:latin typeface="Aptos"/>
              </a:defRPr>
            </a:pPr>
            <a:r>
              <a:t>PRs</a:t>
            </a:r>
          </a:p>
        </p:txBody>
      </p:sp>
      <p:sp>
        <p:nvSpPr>
          <p:cNvPr id="14" name="Rectangle 13"/>
          <p:cNvSpPr/>
          <p:nvPr/>
        </p:nvSpPr>
        <p:spPr>
          <a:xfrm>
            <a:off x="7662672" y="2926080"/>
            <a:ext cx="1600200" cy="1417320"/>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662672" y="2926080"/>
            <a:ext cx="73152" cy="1417320"/>
          </a:xfrm>
          <a:prstGeom prst="rect">
            <a:avLst/>
          </a:prstGeom>
          <a:solidFill>
            <a:srgbClr val="006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63840" y="3017520"/>
            <a:ext cx="1252728" cy="453542"/>
          </a:xfrm>
          <a:prstGeom prst="rect">
            <a:avLst/>
          </a:prstGeom>
          <a:noFill/>
        </p:spPr>
        <p:txBody>
          <a:bodyPr wrap="square" anchor="t">
            <a:spAutoFit/>
          </a:bodyPr>
          <a:lstStyle/>
          <a:p>
            <a:pPr algn="l">
              <a:spcAft>
                <a:spcPts val="0"/>
              </a:spcAft>
              <a:defRPr sz="2400" b="1" i="0">
                <a:solidFill>
                  <a:srgbClr val="006C62"/>
                </a:solidFill>
                <a:latin typeface="Aptos"/>
              </a:defRPr>
            </a:pPr>
            <a:r>
              <a:t>5</a:t>
            </a:r>
          </a:p>
        </p:txBody>
      </p:sp>
      <p:sp>
        <p:nvSpPr>
          <p:cNvPr id="17" name="TextBox 16"/>
          <p:cNvSpPr txBox="1"/>
          <p:nvPr/>
        </p:nvSpPr>
        <p:spPr>
          <a:xfrm>
            <a:off x="7863840" y="3507638"/>
            <a:ext cx="1252728" cy="311810"/>
          </a:xfrm>
          <a:prstGeom prst="rect">
            <a:avLst/>
          </a:prstGeom>
          <a:noFill/>
        </p:spPr>
        <p:txBody>
          <a:bodyPr wrap="square" anchor="t">
            <a:spAutoFit/>
          </a:bodyPr>
          <a:lstStyle/>
          <a:p>
            <a:pPr algn="l">
              <a:spcAft>
                <a:spcPts val="0"/>
              </a:spcAft>
              <a:defRPr sz="1200" b="1" i="0">
                <a:solidFill>
                  <a:srgbClr val="181E26"/>
                </a:solidFill>
                <a:latin typeface="Aptos"/>
              </a:defRPr>
            </a:pPr>
            <a:r>
              <a:t>tools</a:t>
            </a:r>
          </a:p>
        </p:txBody>
      </p:sp>
      <p:sp>
        <p:nvSpPr>
          <p:cNvPr id="18" name="TextBox 17"/>
          <p:cNvSpPr txBox="1"/>
          <p:nvPr/>
        </p:nvSpPr>
        <p:spPr>
          <a:xfrm>
            <a:off x="7863840" y="3837736"/>
            <a:ext cx="1252728" cy="425196"/>
          </a:xfrm>
          <a:prstGeom prst="rect">
            <a:avLst/>
          </a:prstGeom>
          <a:noFill/>
        </p:spPr>
        <p:txBody>
          <a:bodyPr wrap="square" anchor="t">
            <a:spAutoFit/>
          </a:bodyPr>
          <a:lstStyle/>
          <a:p>
            <a:pPr algn="l">
              <a:spcAft>
                <a:spcPts val="0"/>
              </a:spcAft>
              <a:defRPr sz="1100" b="0" i="0">
                <a:solidFill>
                  <a:srgbClr val="3A4452"/>
                </a:solidFill>
                <a:latin typeface="Aptos"/>
              </a:defRPr>
            </a:pPr>
            <a:r>
              <a:t>compared</a:t>
            </a:r>
          </a:p>
        </p:txBody>
      </p:sp>
      <p:sp>
        <p:nvSpPr>
          <p:cNvPr id="19" name="Rectangle 18"/>
          <p:cNvSpPr/>
          <p:nvPr/>
        </p:nvSpPr>
        <p:spPr>
          <a:xfrm>
            <a:off x="9537192" y="2926080"/>
            <a:ext cx="1600200" cy="1417320"/>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537192" y="2926080"/>
            <a:ext cx="73152" cy="1417320"/>
          </a:xfrm>
          <a:prstGeom prst="rect">
            <a:avLst/>
          </a:prstGeom>
          <a:solidFill>
            <a:srgbClr val="9664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738360" y="3017520"/>
            <a:ext cx="1252728" cy="453542"/>
          </a:xfrm>
          <a:prstGeom prst="rect">
            <a:avLst/>
          </a:prstGeom>
          <a:noFill/>
        </p:spPr>
        <p:txBody>
          <a:bodyPr wrap="square" anchor="t">
            <a:spAutoFit/>
          </a:bodyPr>
          <a:lstStyle/>
          <a:p>
            <a:pPr algn="l">
              <a:spcAft>
                <a:spcPts val="0"/>
              </a:spcAft>
              <a:defRPr sz="2400" b="1" i="0">
                <a:solidFill>
                  <a:srgbClr val="966405"/>
                </a:solidFill>
                <a:latin typeface="Aptos"/>
              </a:defRPr>
            </a:pPr>
            <a:r>
              <a:t>6</a:t>
            </a:r>
          </a:p>
        </p:txBody>
      </p:sp>
      <p:sp>
        <p:nvSpPr>
          <p:cNvPr id="22" name="TextBox 21"/>
          <p:cNvSpPr txBox="1"/>
          <p:nvPr/>
        </p:nvSpPr>
        <p:spPr>
          <a:xfrm>
            <a:off x="9738360" y="3507638"/>
            <a:ext cx="1252728" cy="311810"/>
          </a:xfrm>
          <a:prstGeom prst="rect">
            <a:avLst/>
          </a:prstGeom>
          <a:noFill/>
        </p:spPr>
        <p:txBody>
          <a:bodyPr wrap="square" anchor="t">
            <a:spAutoFit/>
          </a:bodyPr>
          <a:lstStyle/>
          <a:p>
            <a:pPr algn="l">
              <a:spcAft>
                <a:spcPts val="0"/>
              </a:spcAft>
              <a:defRPr sz="1200" b="1" i="0">
                <a:solidFill>
                  <a:srgbClr val="181E26"/>
                </a:solidFill>
                <a:latin typeface="Aptos"/>
              </a:defRPr>
            </a:pPr>
            <a:r>
              <a:t>paths</a:t>
            </a:r>
          </a:p>
        </p:txBody>
      </p:sp>
      <p:sp>
        <p:nvSpPr>
          <p:cNvPr id="23" name="TextBox 22"/>
          <p:cNvSpPr txBox="1"/>
          <p:nvPr/>
        </p:nvSpPr>
        <p:spPr>
          <a:xfrm>
            <a:off x="9738360" y="3837736"/>
            <a:ext cx="1252728" cy="425196"/>
          </a:xfrm>
          <a:prstGeom prst="rect">
            <a:avLst/>
          </a:prstGeom>
          <a:noFill/>
        </p:spPr>
        <p:txBody>
          <a:bodyPr wrap="square" anchor="t">
            <a:spAutoFit/>
          </a:bodyPr>
          <a:lstStyle/>
          <a:p>
            <a:pPr algn="l">
              <a:spcAft>
                <a:spcPts val="0"/>
              </a:spcAft>
              <a:defRPr sz="1100" b="0" i="0">
                <a:solidFill>
                  <a:srgbClr val="3A4452"/>
                </a:solidFill>
                <a:latin typeface="Aptos"/>
              </a:defRPr>
            </a:pPr>
            <a:r>
              <a:t>scenario table</a:t>
            </a:r>
          </a:p>
        </p:txBody>
      </p:sp>
      <p:sp>
        <p:nvSpPr>
          <p:cNvPr id="24" name="TextBox 23"/>
          <p:cNvSpPr txBox="1"/>
          <p:nvPr/>
        </p:nvSpPr>
        <p:spPr>
          <a:xfrm>
            <a:off x="5321808" y="4882896"/>
            <a:ext cx="5394960" cy="292608"/>
          </a:xfrm>
          <a:prstGeom prst="rect">
            <a:avLst/>
          </a:prstGeom>
          <a:noFill/>
        </p:spPr>
        <p:txBody>
          <a:bodyPr wrap="square" anchor="t">
            <a:spAutoFit/>
          </a:bodyPr>
          <a:lstStyle/>
          <a:p>
            <a:pPr algn="l">
              <a:spcAft>
                <a:spcPts val="0"/>
              </a:spcAft>
              <a:defRPr sz="1400" b="1" i="0">
                <a:solidFill>
                  <a:srgbClr val="3A4452"/>
                </a:solidFill>
                <a:latin typeface="Aptos"/>
              </a:defRPr>
            </a:pPr>
            <a:r>
              <a:t>Collaborator or Assistant?  Chung &amp; Hassan  |  University of Toronto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5D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30352" y="329184"/>
            <a:ext cx="1417320" cy="329184"/>
          </a:xfrm>
          <a:prstGeom prst="rect">
            <a:avLst/>
          </a:prstGeom>
          <a:solidFill>
            <a:srgbClr val="005D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384048"/>
            <a:ext cx="1188720" cy="219456"/>
          </a:xfrm>
          <a:prstGeom prst="rect">
            <a:avLst/>
          </a:prstGeom>
          <a:noFill/>
        </p:spPr>
        <p:txBody>
          <a:bodyPr wrap="square" anchor="t">
            <a:spAutoFit/>
          </a:bodyPr>
          <a:lstStyle/>
          <a:p>
            <a:pPr algn="l">
              <a:spcAft>
                <a:spcPts val="0"/>
              </a:spcAft>
              <a:defRPr sz="1100" b="1" i="0">
                <a:solidFill>
                  <a:srgbClr val="FFFFFF"/>
                </a:solidFill>
                <a:latin typeface="Aptos"/>
              </a:defRPr>
            </a:pPr>
            <a:r>
              <a:t>FRAME</a:t>
            </a:r>
          </a:p>
        </p:txBody>
      </p:sp>
      <p:sp>
        <p:nvSpPr>
          <p:cNvPr id="5" name="TextBox 4"/>
          <p:cNvSpPr txBox="1"/>
          <p:nvPr/>
        </p:nvSpPr>
        <p:spPr>
          <a:xfrm>
            <a:off x="8887968" y="393192"/>
            <a:ext cx="2788920" cy="228600"/>
          </a:xfrm>
          <a:prstGeom prst="rect">
            <a:avLst/>
          </a:prstGeom>
          <a:noFill/>
        </p:spPr>
        <p:txBody>
          <a:bodyPr wrap="square" anchor="t">
            <a:spAutoFit/>
          </a:bodyPr>
          <a:lstStyle/>
          <a:p>
            <a:pPr algn="r">
              <a:spcAft>
                <a:spcPts val="0"/>
              </a:spcAft>
              <a:defRPr sz="1200" b="1" i="0">
                <a:solidFill>
                  <a:srgbClr val="005DAA"/>
                </a:solidFill>
                <a:latin typeface="Aptos"/>
              </a:defRPr>
            </a:pPr>
            <a:r>
              <a:t>FRAME | 03 / 18</a:t>
            </a:r>
          </a:p>
        </p:txBody>
      </p:sp>
      <p:sp>
        <p:nvSpPr>
          <p:cNvPr id="6" name="TextBox 5"/>
          <p:cNvSpPr txBox="1"/>
          <p:nvPr/>
        </p:nvSpPr>
        <p:spPr>
          <a:xfrm>
            <a:off x="530352" y="566928"/>
            <a:ext cx="10515600" cy="530352"/>
          </a:xfrm>
          <a:prstGeom prst="rect">
            <a:avLst/>
          </a:prstGeom>
          <a:noFill/>
        </p:spPr>
        <p:txBody>
          <a:bodyPr wrap="square" anchor="t">
            <a:spAutoFit/>
          </a:bodyPr>
          <a:lstStyle/>
          <a:p>
            <a:pPr algn="l">
              <a:spcAft>
                <a:spcPts val="0"/>
              </a:spcAft>
              <a:defRPr sz="2800" b="1" i="0">
                <a:solidFill>
                  <a:srgbClr val="181E26"/>
                </a:solidFill>
                <a:latin typeface="Aptos"/>
              </a:defRPr>
            </a:pPr>
            <a:r>
              <a:t>A spectrum with partial decoupling</a:t>
            </a:r>
          </a:p>
        </p:txBody>
      </p:sp>
      <p:sp>
        <p:nvSpPr>
          <p:cNvPr id="7" name="Rectangle 6"/>
          <p:cNvSpPr/>
          <p:nvPr/>
        </p:nvSpPr>
        <p:spPr>
          <a:xfrm>
            <a:off x="530352" y="1207008"/>
            <a:ext cx="11192256" cy="9144"/>
          </a:xfrm>
          <a:prstGeom prst="rect">
            <a:avLst/>
          </a:prstGeom>
          <a:solidFill>
            <a:srgbClr val="BE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30352" y="1417320"/>
            <a:ext cx="3596640" cy="3977639"/>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30352" y="1417320"/>
            <a:ext cx="3596640" cy="91440"/>
          </a:xfrm>
          <a:prstGeom prst="rect">
            <a:avLst/>
          </a:prstGeom>
          <a:solidFill>
            <a:srgbClr val="006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19" y="1664208"/>
            <a:ext cx="3194304" cy="274320"/>
          </a:xfrm>
          <a:prstGeom prst="rect">
            <a:avLst/>
          </a:prstGeom>
          <a:noFill/>
        </p:spPr>
        <p:txBody>
          <a:bodyPr wrap="square" anchor="t">
            <a:spAutoFit/>
          </a:bodyPr>
          <a:lstStyle/>
          <a:p>
            <a:pPr algn="l">
              <a:spcAft>
                <a:spcPts val="0"/>
              </a:spcAft>
              <a:defRPr sz="1200" b="1" i="0">
                <a:solidFill>
                  <a:srgbClr val="006C62"/>
                </a:solidFill>
                <a:latin typeface="Aptos"/>
              </a:defRPr>
            </a:pPr>
            <a:r>
              <a:t>INITIATION</a:t>
            </a:r>
          </a:p>
        </p:txBody>
      </p:sp>
      <p:sp>
        <p:nvSpPr>
          <p:cNvPr id="11" name="TextBox 10"/>
          <p:cNvSpPr txBox="1"/>
          <p:nvPr/>
        </p:nvSpPr>
        <p:spPr>
          <a:xfrm>
            <a:off x="731519" y="2075688"/>
            <a:ext cx="3194304" cy="658368"/>
          </a:xfrm>
          <a:prstGeom prst="rect">
            <a:avLst/>
          </a:prstGeom>
          <a:noFill/>
        </p:spPr>
        <p:txBody>
          <a:bodyPr wrap="square" anchor="t">
            <a:spAutoFit/>
          </a:bodyPr>
          <a:lstStyle/>
          <a:p>
            <a:pPr algn="l">
              <a:spcAft>
                <a:spcPts val="0"/>
              </a:spcAft>
              <a:defRPr sz="2200" b="1" i="0">
                <a:solidFill>
                  <a:srgbClr val="181E26"/>
                </a:solidFill>
                <a:latin typeface="Aptos"/>
              </a:defRPr>
            </a:pPr>
            <a:r>
              <a:t>Tools separate sharply</a:t>
            </a:r>
          </a:p>
        </p:txBody>
      </p:sp>
      <p:sp>
        <p:nvSpPr>
          <p:cNvPr id="12" name="TextBox 11"/>
          <p:cNvSpPr txBox="1"/>
          <p:nvPr/>
        </p:nvSpPr>
        <p:spPr>
          <a:xfrm>
            <a:off x="731519" y="2898648"/>
            <a:ext cx="3194304" cy="2404871"/>
          </a:xfrm>
          <a:prstGeom prst="rect">
            <a:avLst/>
          </a:prstGeom>
          <a:noFill/>
        </p:spPr>
        <p:txBody>
          <a:bodyPr wrap="square" lIns="38100" tIns="25400" rIns="38100">
            <a:spAutoFit/>
          </a:bodyPr>
          <a:lstStyle/>
          <a:p>
            <a:pPr>
              <a:spcAft>
                <a:spcPts val="600"/>
              </a:spcAft>
              <a:defRPr sz="1600">
                <a:solidFill>
                  <a:srgbClr val="3A4452"/>
                </a:solidFill>
                <a:latin typeface="Aptos"/>
              </a:defRPr>
            </a:pPr>
            <a:r>
              <a:t>Collaborator tools initiate most PRs.</a:t>
            </a:r>
          </a:p>
          <a:p>
            <a:pPr>
              <a:spcAft>
                <a:spcPts val="600"/>
              </a:spcAft>
              <a:defRPr sz="1600">
                <a:solidFill>
                  <a:srgbClr val="3A4452"/>
                </a:solidFill>
                <a:latin typeface="Aptos"/>
              </a:defRPr>
            </a:pPr>
            <a:r>
              <a:t>Assistant tools mostly enter human-started PRs.</a:t>
            </a:r>
          </a:p>
        </p:txBody>
      </p:sp>
      <p:sp>
        <p:nvSpPr>
          <p:cNvPr id="13" name="Rectangle 12"/>
          <p:cNvSpPr/>
          <p:nvPr/>
        </p:nvSpPr>
        <p:spPr>
          <a:xfrm>
            <a:off x="4328160" y="1417320"/>
            <a:ext cx="3596640" cy="3977639"/>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28160" y="1417320"/>
            <a:ext cx="3596640" cy="91440"/>
          </a:xfrm>
          <a:prstGeom prst="rect">
            <a:avLst/>
          </a:prstGeom>
          <a:solidFill>
            <a:srgbClr val="005D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29328" y="1664208"/>
            <a:ext cx="3194304" cy="274320"/>
          </a:xfrm>
          <a:prstGeom prst="rect">
            <a:avLst/>
          </a:prstGeom>
          <a:noFill/>
        </p:spPr>
        <p:txBody>
          <a:bodyPr wrap="square" anchor="t">
            <a:spAutoFit/>
          </a:bodyPr>
          <a:lstStyle/>
          <a:p>
            <a:pPr algn="l">
              <a:spcAft>
                <a:spcPts val="0"/>
              </a:spcAft>
              <a:defRPr sz="1200" b="1" i="0">
                <a:solidFill>
                  <a:srgbClr val="005DAA"/>
                </a:solidFill>
                <a:latin typeface="Aptos"/>
              </a:defRPr>
            </a:pPr>
            <a:r>
              <a:t>AUTHORIZATION</a:t>
            </a:r>
          </a:p>
        </p:txBody>
      </p:sp>
      <p:sp>
        <p:nvSpPr>
          <p:cNvPr id="16" name="TextBox 15"/>
          <p:cNvSpPr txBox="1"/>
          <p:nvPr/>
        </p:nvSpPr>
        <p:spPr>
          <a:xfrm>
            <a:off x="4529328" y="2075688"/>
            <a:ext cx="3194304" cy="658368"/>
          </a:xfrm>
          <a:prstGeom prst="rect">
            <a:avLst/>
          </a:prstGeom>
          <a:noFill/>
        </p:spPr>
        <p:txBody>
          <a:bodyPr wrap="square" anchor="t">
            <a:spAutoFit/>
          </a:bodyPr>
          <a:lstStyle/>
          <a:p>
            <a:pPr algn="l">
              <a:spcAft>
                <a:spcPts val="0"/>
              </a:spcAft>
              <a:defRPr sz="2200" b="1" i="0">
                <a:solidFill>
                  <a:srgbClr val="181E26"/>
                </a:solidFill>
                <a:latin typeface="Aptos"/>
              </a:defRPr>
            </a:pPr>
            <a:r>
              <a:t>Merge stays human</a:t>
            </a:r>
          </a:p>
        </p:txBody>
      </p:sp>
      <p:sp>
        <p:nvSpPr>
          <p:cNvPr id="17" name="TextBox 16"/>
          <p:cNvSpPr txBox="1"/>
          <p:nvPr/>
        </p:nvSpPr>
        <p:spPr>
          <a:xfrm>
            <a:off x="4529328" y="2898648"/>
            <a:ext cx="3194304" cy="2404871"/>
          </a:xfrm>
          <a:prstGeom prst="rect">
            <a:avLst/>
          </a:prstGeom>
          <a:noFill/>
        </p:spPr>
        <p:txBody>
          <a:bodyPr wrap="square" lIns="38100" tIns="25400" rIns="38100">
            <a:spAutoFit/>
          </a:bodyPr>
          <a:lstStyle/>
          <a:p>
            <a:pPr>
              <a:spcAft>
                <a:spcPts val="600"/>
              </a:spcAft>
              <a:defRPr sz="1600">
                <a:solidFill>
                  <a:srgbClr val="3A4452"/>
                </a:solidFill>
                <a:latin typeface="Aptos"/>
              </a:defRPr>
            </a:pPr>
            <a:r>
              <a:t>Agent-classified approvers are rare in this snapshot.</a:t>
            </a:r>
          </a:p>
          <a:p>
            <a:pPr>
              <a:spcAft>
                <a:spcPts val="600"/>
              </a:spcAft>
              <a:defRPr sz="1600">
                <a:solidFill>
                  <a:srgbClr val="3A4452"/>
                </a:solidFill>
                <a:latin typeface="Aptos"/>
              </a:defRPr>
            </a:pPr>
            <a:r>
              <a:t>Governance is observable but not reducible to operation.</a:t>
            </a:r>
          </a:p>
        </p:txBody>
      </p:sp>
      <p:sp>
        <p:nvSpPr>
          <p:cNvPr id="18" name="Rectangle 17"/>
          <p:cNvSpPr/>
          <p:nvPr/>
        </p:nvSpPr>
        <p:spPr>
          <a:xfrm>
            <a:off x="8125968" y="1417320"/>
            <a:ext cx="3596640" cy="3977639"/>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25968" y="1417320"/>
            <a:ext cx="3596640" cy="91440"/>
          </a:xfrm>
          <a:prstGeom prst="rect">
            <a:avLst/>
          </a:prstGeom>
          <a:solidFill>
            <a:srgbClr val="9664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7136" y="1664208"/>
            <a:ext cx="3194304" cy="274320"/>
          </a:xfrm>
          <a:prstGeom prst="rect">
            <a:avLst/>
          </a:prstGeom>
          <a:noFill/>
        </p:spPr>
        <p:txBody>
          <a:bodyPr wrap="square" anchor="t">
            <a:spAutoFit/>
          </a:bodyPr>
          <a:lstStyle/>
          <a:p>
            <a:pPr algn="l">
              <a:spcAft>
                <a:spcPts val="0"/>
              </a:spcAft>
              <a:defRPr sz="1200" b="1" i="0">
                <a:solidFill>
                  <a:srgbClr val="966405"/>
                </a:solidFill>
                <a:latin typeface="Aptos"/>
              </a:defRPr>
            </a:pPr>
            <a:r>
              <a:t>INTERPRETATION</a:t>
            </a:r>
          </a:p>
        </p:txBody>
      </p:sp>
      <p:sp>
        <p:nvSpPr>
          <p:cNvPr id="21" name="TextBox 20"/>
          <p:cNvSpPr txBox="1"/>
          <p:nvPr/>
        </p:nvSpPr>
        <p:spPr>
          <a:xfrm>
            <a:off x="8327136" y="2075688"/>
            <a:ext cx="3194304" cy="658368"/>
          </a:xfrm>
          <a:prstGeom prst="rect">
            <a:avLst/>
          </a:prstGeom>
          <a:noFill/>
        </p:spPr>
        <p:txBody>
          <a:bodyPr wrap="square" anchor="t">
            <a:spAutoFit/>
          </a:bodyPr>
          <a:lstStyle/>
          <a:p>
            <a:pPr algn="l">
              <a:spcAft>
                <a:spcPts val="0"/>
              </a:spcAft>
              <a:defRPr sz="2200" b="1" i="0">
                <a:solidFill>
                  <a:srgbClr val="181E26"/>
                </a:solidFill>
                <a:latin typeface="Aptos"/>
              </a:defRPr>
            </a:pPr>
            <a:r>
              <a:t>Related, not locked</a:t>
            </a:r>
          </a:p>
        </p:txBody>
      </p:sp>
      <p:sp>
        <p:nvSpPr>
          <p:cNvPr id="22" name="TextBox 21"/>
          <p:cNvSpPr txBox="1"/>
          <p:nvPr/>
        </p:nvSpPr>
        <p:spPr>
          <a:xfrm>
            <a:off x="8327136" y="2898648"/>
            <a:ext cx="3194304" cy="2404871"/>
          </a:xfrm>
          <a:prstGeom prst="rect">
            <a:avLst/>
          </a:prstGeom>
          <a:noFill/>
        </p:spPr>
        <p:txBody>
          <a:bodyPr wrap="square" lIns="38100" tIns="25400" rIns="38100">
            <a:spAutoFit/>
          </a:bodyPr>
          <a:lstStyle/>
          <a:p>
            <a:pPr>
              <a:spcAft>
                <a:spcPts val="600"/>
              </a:spcAft>
              <a:defRPr sz="1600">
                <a:solidFill>
                  <a:srgbClr val="3A4452"/>
                </a:solidFill>
                <a:latin typeface="Aptos"/>
              </a:defRPr>
            </a:pPr>
            <a:r>
              <a:t>Operational work and merge governance can diverge.</a:t>
            </a:r>
          </a:p>
          <a:p>
            <a:pPr>
              <a:spcAft>
                <a:spcPts val="600"/>
              </a:spcAft>
              <a:defRPr sz="1600">
                <a:solidFill>
                  <a:srgbClr val="3A4452"/>
                </a:solidFill>
                <a:latin typeface="Aptos"/>
              </a:defRPr>
            </a:pPr>
            <a:r>
              <a:t>That divergence is the measurement target.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5D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30352" y="329184"/>
            <a:ext cx="1417320" cy="329184"/>
          </a:xfrm>
          <a:prstGeom prst="rect">
            <a:avLst/>
          </a:prstGeom>
          <a:solidFill>
            <a:srgbClr val="005D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384048"/>
            <a:ext cx="1188720" cy="219456"/>
          </a:xfrm>
          <a:prstGeom prst="rect">
            <a:avLst/>
          </a:prstGeom>
          <a:noFill/>
        </p:spPr>
        <p:txBody>
          <a:bodyPr wrap="square" anchor="t">
            <a:spAutoFit/>
          </a:bodyPr>
          <a:lstStyle/>
          <a:p>
            <a:pPr algn="l">
              <a:spcAft>
                <a:spcPts val="0"/>
              </a:spcAft>
              <a:defRPr sz="1100" b="1" i="0">
                <a:solidFill>
                  <a:srgbClr val="FFFFFF"/>
                </a:solidFill>
                <a:latin typeface="Aptos"/>
              </a:defRPr>
            </a:pPr>
            <a:r>
              <a:t>FRAME</a:t>
            </a:r>
          </a:p>
        </p:txBody>
      </p:sp>
      <p:sp>
        <p:nvSpPr>
          <p:cNvPr id="5" name="TextBox 4"/>
          <p:cNvSpPr txBox="1"/>
          <p:nvPr/>
        </p:nvSpPr>
        <p:spPr>
          <a:xfrm>
            <a:off x="8887968" y="393192"/>
            <a:ext cx="2788920" cy="228600"/>
          </a:xfrm>
          <a:prstGeom prst="rect">
            <a:avLst/>
          </a:prstGeom>
          <a:noFill/>
        </p:spPr>
        <p:txBody>
          <a:bodyPr wrap="square" anchor="t">
            <a:spAutoFit/>
          </a:bodyPr>
          <a:lstStyle/>
          <a:p>
            <a:pPr algn="r">
              <a:spcAft>
                <a:spcPts val="0"/>
              </a:spcAft>
              <a:defRPr sz="1200" b="1" i="0">
                <a:solidFill>
                  <a:srgbClr val="005DAA"/>
                </a:solidFill>
                <a:latin typeface="Aptos"/>
              </a:defRPr>
            </a:pPr>
            <a:r>
              <a:t>FRAME | 04 / 18</a:t>
            </a:r>
          </a:p>
        </p:txBody>
      </p:sp>
      <p:sp>
        <p:nvSpPr>
          <p:cNvPr id="6" name="TextBox 5"/>
          <p:cNvSpPr txBox="1"/>
          <p:nvPr/>
        </p:nvSpPr>
        <p:spPr>
          <a:xfrm>
            <a:off x="530352" y="566928"/>
            <a:ext cx="10515600" cy="530352"/>
          </a:xfrm>
          <a:prstGeom prst="rect">
            <a:avLst/>
          </a:prstGeom>
          <a:noFill/>
        </p:spPr>
        <p:txBody>
          <a:bodyPr wrap="square" anchor="t">
            <a:spAutoFit/>
          </a:bodyPr>
          <a:lstStyle/>
          <a:p>
            <a:pPr algn="l">
              <a:spcAft>
                <a:spcPts val="0"/>
              </a:spcAft>
              <a:defRPr sz="2800" b="1" i="0">
                <a:solidFill>
                  <a:srgbClr val="181E26"/>
                </a:solidFill>
                <a:latin typeface="Aptos"/>
              </a:defRPr>
            </a:pPr>
            <a:r>
              <a:t>Today's agenda</a:t>
            </a:r>
          </a:p>
        </p:txBody>
      </p:sp>
      <p:sp>
        <p:nvSpPr>
          <p:cNvPr id="7" name="Rectangle 6"/>
          <p:cNvSpPr/>
          <p:nvPr/>
        </p:nvSpPr>
        <p:spPr>
          <a:xfrm>
            <a:off x="530352" y="1207008"/>
            <a:ext cx="11192256" cy="9144"/>
          </a:xfrm>
          <a:prstGeom prst="rect">
            <a:avLst/>
          </a:prstGeom>
          <a:solidFill>
            <a:srgbClr val="BE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30352" y="1536192"/>
            <a:ext cx="548640" cy="548640"/>
          </a:xfrm>
          <a:prstGeom prst="rect">
            <a:avLst/>
          </a:prstGeom>
          <a:solidFill>
            <a:srgbClr val="005D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 y="1655064"/>
            <a:ext cx="310896" cy="274320"/>
          </a:xfrm>
          <a:prstGeom prst="rect">
            <a:avLst/>
          </a:prstGeom>
          <a:noFill/>
        </p:spPr>
        <p:txBody>
          <a:bodyPr wrap="square" anchor="t">
            <a:spAutoFit/>
          </a:bodyPr>
          <a:lstStyle/>
          <a:p>
            <a:pPr algn="ctr">
              <a:spcAft>
                <a:spcPts val="0"/>
              </a:spcAft>
              <a:defRPr sz="1600" b="1" i="0">
                <a:solidFill>
                  <a:srgbClr val="FFFFFF"/>
                </a:solidFill>
                <a:latin typeface="Aptos"/>
              </a:defRPr>
            </a:pPr>
            <a:r>
              <a:t>1</a:t>
            </a:r>
          </a:p>
        </p:txBody>
      </p:sp>
      <p:sp>
        <p:nvSpPr>
          <p:cNvPr id="10" name="TextBox 9"/>
          <p:cNvSpPr txBox="1"/>
          <p:nvPr/>
        </p:nvSpPr>
        <p:spPr>
          <a:xfrm>
            <a:off x="1298448" y="1554480"/>
            <a:ext cx="1783080" cy="237744"/>
          </a:xfrm>
          <a:prstGeom prst="rect">
            <a:avLst/>
          </a:prstGeom>
          <a:noFill/>
        </p:spPr>
        <p:txBody>
          <a:bodyPr wrap="square" anchor="t">
            <a:spAutoFit/>
          </a:bodyPr>
          <a:lstStyle/>
          <a:p>
            <a:pPr algn="l">
              <a:spcAft>
                <a:spcPts val="0"/>
              </a:spcAft>
              <a:defRPr sz="1150" b="1" i="0">
                <a:solidFill>
                  <a:srgbClr val="005DAA"/>
                </a:solidFill>
                <a:latin typeface="Aptos"/>
              </a:defRPr>
            </a:pPr>
            <a:r>
              <a:t>GAP</a:t>
            </a:r>
          </a:p>
        </p:txBody>
      </p:sp>
      <p:sp>
        <p:nvSpPr>
          <p:cNvPr id="11" name="TextBox 10"/>
          <p:cNvSpPr txBox="1"/>
          <p:nvPr/>
        </p:nvSpPr>
        <p:spPr>
          <a:xfrm>
            <a:off x="1298448" y="1810512"/>
            <a:ext cx="8138160" cy="274320"/>
          </a:xfrm>
          <a:prstGeom prst="rect">
            <a:avLst/>
          </a:prstGeom>
          <a:noFill/>
        </p:spPr>
        <p:txBody>
          <a:bodyPr wrap="square" anchor="t">
            <a:spAutoFit/>
          </a:bodyPr>
          <a:lstStyle/>
          <a:p>
            <a:pPr algn="l">
              <a:spcAft>
                <a:spcPts val="0"/>
              </a:spcAft>
              <a:defRPr sz="1800" b="1" i="0">
                <a:solidFill>
                  <a:srgbClr val="181E26"/>
                </a:solidFill>
                <a:latin typeface="Aptos"/>
              </a:defRPr>
            </a:pPr>
            <a:r>
              <a:t>Prior work vs lifecycle reconstruction</a:t>
            </a:r>
          </a:p>
        </p:txBody>
      </p:sp>
      <p:sp>
        <p:nvSpPr>
          <p:cNvPr id="12" name="Rectangle 11"/>
          <p:cNvSpPr/>
          <p:nvPr/>
        </p:nvSpPr>
        <p:spPr>
          <a:xfrm>
            <a:off x="777240" y="2066543"/>
            <a:ext cx="18288" cy="201168"/>
          </a:xfrm>
          <a:prstGeom prst="rect">
            <a:avLst/>
          </a:prstGeom>
          <a:solidFill>
            <a:srgbClr val="BE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30352" y="2304288"/>
            <a:ext cx="548640" cy="548640"/>
          </a:xfrm>
          <a:prstGeom prst="rect">
            <a:avLst/>
          </a:prstGeom>
          <a:solidFill>
            <a:srgbClr val="006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 y="2423160"/>
            <a:ext cx="310896" cy="274320"/>
          </a:xfrm>
          <a:prstGeom prst="rect">
            <a:avLst/>
          </a:prstGeom>
          <a:noFill/>
        </p:spPr>
        <p:txBody>
          <a:bodyPr wrap="square" anchor="t">
            <a:spAutoFit/>
          </a:bodyPr>
          <a:lstStyle/>
          <a:p>
            <a:pPr algn="ctr">
              <a:spcAft>
                <a:spcPts val="0"/>
              </a:spcAft>
              <a:defRPr sz="1600" b="1" i="0">
                <a:solidFill>
                  <a:srgbClr val="FFFFFF"/>
                </a:solidFill>
                <a:latin typeface="Aptos"/>
              </a:defRPr>
            </a:pPr>
            <a:r>
              <a:t>2</a:t>
            </a:r>
          </a:p>
        </p:txBody>
      </p:sp>
      <p:sp>
        <p:nvSpPr>
          <p:cNvPr id="15" name="TextBox 14"/>
          <p:cNvSpPr txBox="1"/>
          <p:nvPr/>
        </p:nvSpPr>
        <p:spPr>
          <a:xfrm>
            <a:off x="1298448" y="2322576"/>
            <a:ext cx="1783080" cy="237744"/>
          </a:xfrm>
          <a:prstGeom prst="rect">
            <a:avLst/>
          </a:prstGeom>
          <a:noFill/>
        </p:spPr>
        <p:txBody>
          <a:bodyPr wrap="square" anchor="t">
            <a:spAutoFit/>
          </a:bodyPr>
          <a:lstStyle/>
          <a:p>
            <a:pPr algn="l">
              <a:spcAft>
                <a:spcPts val="0"/>
              </a:spcAft>
              <a:defRPr sz="1150" b="1" i="0">
                <a:solidFill>
                  <a:srgbClr val="006C62"/>
                </a:solidFill>
                <a:latin typeface="Aptos"/>
              </a:defRPr>
            </a:pPr>
            <a:r>
              <a:t>METHOD</a:t>
            </a:r>
          </a:p>
        </p:txBody>
      </p:sp>
      <p:sp>
        <p:nvSpPr>
          <p:cNvPr id="16" name="TextBox 15"/>
          <p:cNvSpPr txBox="1"/>
          <p:nvPr/>
        </p:nvSpPr>
        <p:spPr>
          <a:xfrm>
            <a:off x="1298448" y="2578608"/>
            <a:ext cx="8138160" cy="274320"/>
          </a:xfrm>
          <a:prstGeom prst="rect">
            <a:avLst/>
          </a:prstGeom>
          <a:noFill/>
        </p:spPr>
        <p:txBody>
          <a:bodyPr wrap="square" anchor="t">
            <a:spAutoFit/>
          </a:bodyPr>
          <a:lstStyle/>
          <a:p>
            <a:pPr algn="l">
              <a:spcAft>
                <a:spcPts val="0"/>
              </a:spcAft>
              <a:defRPr sz="1800" b="1" i="0">
                <a:solidFill>
                  <a:srgbClr val="181E26"/>
                </a:solidFill>
                <a:latin typeface="Aptos"/>
              </a:defRPr>
            </a:pPr>
            <a:r>
              <a:t>Pipeline, trace vocabulary, observability bounds</a:t>
            </a:r>
          </a:p>
        </p:txBody>
      </p:sp>
      <p:sp>
        <p:nvSpPr>
          <p:cNvPr id="17" name="Rectangle 16"/>
          <p:cNvSpPr/>
          <p:nvPr/>
        </p:nvSpPr>
        <p:spPr>
          <a:xfrm>
            <a:off x="777240" y="2834640"/>
            <a:ext cx="18288" cy="201168"/>
          </a:xfrm>
          <a:prstGeom prst="rect">
            <a:avLst/>
          </a:prstGeom>
          <a:solidFill>
            <a:srgbClr val="BE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30352" y="3072384"/>
            <a:ext cx="548640" cy="548640"/>
          </a:xfrm>
          <a:prstGeom prst="rect">
            <a:avLst/>
          </a:prstGeom>
          <a:solidFill>
            <a:srgbClr val="9664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9224" y="3191256"/>
            <a:ext cx="310896" cy="274320"/>
          </a:xfrm>
          <a:prstGeom prst="rect">
            <a:avLst/>
          </a:prstGeom>
          <a:noFill/>
        </p:spPr>
        <p:txBody>
          <a:bodyPr wrap="square" anchor="t">
            <a:spAutoFit/>
          </a:bodyPr>
          <a:lstStyle/>
          <a:p>
            <a:pPr algn="ctr">
              <a:spcAft>
                <a:spcPts val="0"/>
              </a:spcAft>
              <a:defRPr sz="1600" b="1" i="0">
                <a:solidFill>
                  <a:srgbClr val="FFFFFF"/>
                </a:solidFill>
                <a:latin typeface="Aptos"/>
              </a:defRPr>
            </a:pPr>
            <a:r>
              <a:t>3</a:t>
            </a:r>
          </a:p>
        </p:txBody>
      </p:sp>
      <p:sp>
        <p:nvSpPr>
          <p:cNvPr id="20" name="TextBox 19"/>
          <p:cNvSpPr txBox="1"/>
          <p:nvPr/>
        </p:nvSpPr>
        <p:spPr>
          <a:xfrm>
            <a:off x="1298448" y="3090672"/>
            <a:ext cx="1783080" cy="237744"/>
          </a:xfrm>
          <a:prstGeom prst="rect">
            <a:avLst/>
          </a:prstGeom>
          <a:noFill/>
        </p:spPr>
        <p:txBody>
          <a:bodyPr wrap="square" anchor="t">
            <a:spAutoFit/>
          </a:bodyPr>
          <a:lstStyle/>
          <a:p>
            <a:pPr algn="l">
              <a:spcAft>
                <a:spcPts val="0"/>
              </a:spcAft>
              <a:defRPr sz="1150" b="1" i="0">
                <a:solidFill>
                  <a:srgbClr val="966405"/>
                </a:solidFill>
                <a:latin typeface="Aptos"/>
              </a:defRPr>
            </a:pPr>
            <a:r>
              <a:t>SPECTRUM</a:t>
            </a:r>
          </a:p>
        </p:txBody>
      </p:sp>
      <p:sp>
        <p:nvSpPr>
          <p:cNvPr id="21" name="TextBox 20"/>
          <p:cNvSpPr txBox="1"/>
          <p:nvPr/>
        </p:nvSpPr>
        <p:spPr>
          <a:xfrm>
            <a:off x="1298448" y="3346703"/>
            <a:ext cx="8138160" cy="274320"/>
          </a:xfrm>
          <a:prstGeom prst="rect">
            <a:avLst/>
          </a:prstGeom>
          <a:noFill/>
        </p:spPr>
        <p:txBody>
          <a:bodyPr wrap="square" anchor="t">
            <a:spAutoFit/>
          </a:bodyPr>
          <a:lstStyle/>
          <a:p>
            <a:pPr algn="l">
              <a:spcAft>
                <a:spcPts val="0"/>
              </a:spcAft>
              <a:defRPr sz="1800" b="1" i="0">
                <a:solidFill>
                  <a:srgbClr val="181E26"/>
                </a:solidFill>
                <a:latin typeface="Aptos"/>
              </a:defRPr>
            </a:pPr>
            <a:r>
              <a:t>Taxonomy, V = 0.50, decoupling</a:t>
            </a:r>
          </a:p>
        </p:txBody>
      </p:sp>
      <p:sp>
        <p:nvSpPr>
          <p:cNvPr id="22" name="Rectangle 21"/>
          <p:cNvSpPr/>
          <p:nvPr/>
        </p:nvSpPr>
        <p:spPr>
          <a:xfrm>
            <a:off x="777240" y="3602736"/>
            <a:ext cx="18288" cy="201168"/>
          </a:xfrm>
          <a:prstGeom prst="rect">
            <a:avLst/>
          </a:prstGeom>
          <a:solidFill>
            <a:srgbClr val="BE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30352" y="3840480"/>
            <a:ext cx="548640" cy="548640"/>
          </a:xfrm>
          <a:prstGeom prst="rect">
            <a:avLst/>
          </a:prstGeom>
          <a:solidFill>
            <a:srgbClr val="BE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9224" y="3959352"/>
            <a:ext cx="310896" cy="274320"/>
          </a:xfrm>
          <a:prstGeom prst="rect">
            <a:avLst/>
          </a:prstGeom>
          <a:noFill/>
        </p:spPr>
        <p:txBody>
          <a:bodyPr wrap="square" anchor="t">
            <a:spAutoFit/>
          </a:bodyPr>
          <a:lstStyle/>
          <a:p>
            <a:pPr algn="ctr">
              <a:spcAft>
                <a:spcPts val="0"/>
              </a:spcAft>
              <a:defRPr sz="1600" b="1" i="0">
                <a:solidFill>
                  <a:srgbClr val="FFFFFF"/>
                </a:solidFill>
                <a:latin typeface="Aptos"/>
              </a:defRPr>
            </a:pPr>
            <a:r>
              <a:t>4</a:t>
            </a:r>
          </a:p>
        </p:txBody>
      </p:sp>
      <p:sp>
        <p:nvSpPr>
          <p:cNvPr id="25" name="TextBox 24"/>
          <p:cNvSpPr txBox="1"/>
          <p:nvPr/>
        </p:nvSpPr>
        <p:spPr>
          <a:xfrm>
            <a:off x="1298448" y="3858768"/>
            <a:ext cx="1783080" cy="237744"/>
          </a:xfrm>
          <a:prstGeom prst="rect">
            <a:avLst/>
          </a:prstGeom>
          <a:noFill/>
        </p:spPr>
        <p:txBody>
          <a:bodyPr wrap="square" anchor="t">
            <a:spAutoFit/>
          </a:bodyPr>
          <a:lstStyle/>
          <a:p>
            <a:pPr algn="l">
              <a:spcAft>
                <a:spcPts val="0"/>
              </a:spcAft>
              <a:defRPr sz="1150" b="1" i="0">
                <a:solidFill>
                  <a:srgbClr val="BE2A42"/>
                </a:solidFill>
                <a:latin typeface="Aptos"/>
              </a:defRPr>
            </a:pPr>
            <a:r>
              <a:t>WORKFLOWS</a:t>
            </a:r>
          </a:p>
        </p:txBody>
      </p:sp>
      <p:sp>
        <p:nvSpPr>
          <p:cNvPr id="26" name="TextBox 25"/>
          <p:cNvSpPr txBox="1"/>
          <p:nvPr/>
        </p:nvSpPr>
        <p:spPr>
          <a:xfrm>
            <a:off x="1298448" y="4114800"/>
            <a:ext cx="8138160" cy="274320"/>
          </a:xfrm>
          <a:prstGeom prst="rect">
            <a:avLst/>
          </a:prstGeom>
          <a:noFill/>
        </p:spPr>
        <p:txBody>
          <a:bodyPr wrap="square" anchor="t">
            <a:spAutoFit/>
          </a:bodyPr>
          <a:lstStyle/>
          <a:p>
            <a:pPr algn="l">
              <a:spcAft>
                <a:spcPts val="0"/>
              </a:spcAft>
              <a:defRPr sz="1800" b="1" i="0">
                <a:solidFill>
                  <a:srgbClr val="181E26"/>
                </a:solidFill>
                <a:latin typeface="Aptos"/>
              </a:defRPr>
            </a:pPr>
            <a:r>
              <a:t>State machines: Copilot vs OpenAI</a:t>
            </a:r>
          </a:p>
        </p:txBody>
      </p:sp>
      <p:sp>
        <p:nvSpPr>
          <p:cNvPr id="27" name="Rectangle 26"/>
          <p:cNvSpPr/>
          <p:nvPr/>
        </p:nvSpPr>
        <p:spPr>
          <a:xfrm>
            <a:off x="777240" y="4370832"/>
            <a:ext cx="18288" cy="201168"/>
          </a:xfrm>
          <a:prstGeom prst="rect">
            <a:avLst/>
          </a:prstGeom>
          <a:solidFill>
            <a:srgbClr val="BE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30352" y="4608576"/>
            <a:ext cx="548640" cy="548640"/>
          </a:xfrm>
          <a:prstGeom prst="rect">
            <a:avLst/>
          </a:prstGeom>
          <a:solidFill>
            <a:srgbClr val="0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9224" y="4727448"/>
            <a:ext cx="310896" cy="274320"/>
          </a:xfrm>
          <a:prstGeom prst="rect">
            <a:avLst/>
          </a:prstGeom>
          <a:noFill/>
        </p:spPr>
        <p:txBody>
          <a:bodyPr wrap="square" anchor="t">
            <a:spAutoFit/>
          </a:bodyPr>
          <a:lstStyle/>
          <a:p>
            <a:pPr algn="ctr">
              <a:spcAft>
                <a:spcPts val="0"/>
              </a:spcAft>
              <a:defRPr sz="1600" b="1" i="0">
                <a:solidFill>
                  <a:srgbClr val="FFFFFF"/>
                </a:solidFill>
                <a:latin typeface="Aptos"/>
              </a:defRPr>
            </a:pPr>
            <a:r>
              <a:t>5</a:t>
            </a:r>
          </a:p>
        </p:txBody>
      </p:sp>
      <p:sp>
        <p:nvSpPr>
          <p:cNvPr id="30" name="TextBox 29"/>
          <p:cNvSpPr txBox="1"/>
          <p:nvPr/>
        </p:nvSpPr>
        <p:spPr>
          <a:xfrm>
            <a:off x="1298448" y="4626864"/>
            <a:ext cx="1783080" cy="237744"/>
          </a:xfrm>
          <a:prstGeom prst="rect">
            <a:avLst/>
          </a:prstGeom>
          <a:noFill/>
        </p:spPr>
        <p:txBody>
          <a:bodyPr wrap="square" anchor="t">
            <a:spAutoFit/>
          </a:bodyPr>
          <a:lstStyle/>
          <a:p>
            <a:pPr algn="l">
              <a:spcAft>
                <a:spcPts val="0"/>
              </a:spcAft>
              <a:defRPr sz="1150" b="1" i="0">
                <a:solidFill>
                  <a:srgbClr val="092646"/>
                </a:solidFill>
                <a:latin typeface="Aptos"/>
              </a:defRPr>
            </a:pPr>
            <a:r>
              <a:t>IMPLICATIONS</a:t>
            </a:r>
          </a:p>
        </p:txBody>
      </p:sp>
      <p:sp>
        <p:nvSpPr>
          <p:cNvPr id="31" name="TextBox 30"/>
          <p:cNvSpPr txBox="1"/>
          <p:nvPr/>
        </p:nvSpPr>
        <p:spPr>
          <a:xfrm>
            <a:off x="1298448" y="4882896"/>
            <a:ext cx="8138160" cy="274320"/>
          </a:xfrm>
          <a:prstGeom prst="rect">
            <a:avLst/>
          </a:prstGeom>
          <a:noFill/>
        </p:spPr>
        <p:txBody>
          <a:bodyPr wrap="square" anchor="t">
            <a:spAutoFit/>
          </a:bodyPr>
          <a:lstStyle/>
          <a:p>
            <a:pPr algn="l">
              <a:spcAft>
                <a:spcPts val="0"/>
              </a:spcAft>
              <a:defRPr sz="1800" b="1" i="0">
                <a:solidFill>
                  <a:srgbClr val="181E26"/>
                </a:solidFill>
                <a:latin typeface="Aptos"/>
              </a:defRPr>
            </a:pPr>
            <a:r>
              <a:t>Contributions and future layers</a:t>
            </a:r>
          </a:p>
        </p:txBody>
      </p:sp>
      <p:sp>
        <p:nvSpPr>
          <p:cNvPr id="32" name="Rectangle 31"/>
          <p:cNvSpPr/>
          <p:nvPr/>
        </p:nvSpPr>
        <p:spPr>
          <a:xfrm>
            <a:off x="9418320" y="2011680"/>
            <a:ext cx="1965960" cy="1325880"/>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9418320" y="2011680"/>
            <a:ext cx="73152" cy="1325880"/>
          </a:xfrm>
          <a:prstGeom prst="rect">
            <a:avLst/>
          </a:prstGeom>
          <a:solidFill>
            <a:srgbClr val="0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619488" y="2103120"/>
            <a:ext cx="1618488" cy="424281"/>
          </a:xfrm>
          <a:prstGeom prst="rect">
            <a:avLst/>
          </a:prstGeom>
          <a:noFill/>
        </p:spPr>
        <p:txBody>
          <a:bodyPr wrap="square" anchor="t">
            <a:spAutoFit/>
          </a:bodyPr>
          <a:lstStyle/>
          <a:p>
            <a:pPr algn="l">
              <a:spcAft>
                <a:spcPts val="0"/>
              </a:spcAft>
              <a:defRPr sz="2400" b="1" i="0">
                <a:solidFill>
                  <a:srgbClr val="092646"/>
                </a:solidFill>
                <a:latin typeface="Aptos"/>
              </a:defRPr>
            </a:pPr>
            <a:r>
              <a:t>RQ1-RQ3</a:t>
            </a:r>
          </a:p>
        </p:txBody>
      </p:sp>
      <p:sp>
        <p:nvSpPr>
          <p:cNvPr id="35" name="TextBox 34"/>
          <p:cNvSpPr txBox="1"/>
          <p:nvPr/>
        </p:nvSpPr>
        <p:spPr>
          <a:xfrm>
            <a:off x="9619488" y="2563977"/>
            <a:ext cx="1618488" cy="291693"/>
          </a:xfrm>
          <a:prstGeom prst="rect">
            <a:avLst/>
          </a:prstGeom>
          <a:noFill/>
        </p:spPr>
        <p:txBody>
          <a:bodyPr wrap="square" anchor="t">
            <a:spAutoFit/>
          </a:bodyPr>
          <a:lstStyle/>
          <a:p>
            <a:pPr algn="l">
              <a:spcAft>
                <a:spcPts val="0"/>
              </a:spcAft>
              <a:defRPr sz="1200" b="1" i="0">
                <a:solidFill>
                  <a:srgbClr val="181E26"/>
                </a:solidFill>
                <a:latin typeface="Aptos"/>
              </a:defRPr>
            </a:pPr>
            <a:r>
              <a:t>research questions</a:t>
            </a:r>
          </a:p>
        </p:txBody>
      </p:sp>
      <p:sp>
        <p:nvSpPr>
          <p:cNvPr id="36" name="TextBox 35"/>
          <p:cNvSpPr txBox="1"/>
          <p:nvPr/>
        </p:nvSpPr>
        <p:spPr>
          <a:xfrm>
            <a:off x="9619488" y="2873959"/>
            <a:ext cx="1618488" cy="397764"/>
          </a:xfrm>
          <a:prstGeom prst="rect">
            <a:avLst/>
          </a:prstGeom>
          <a:noFill/>
        </p:spPr>
        <p:txBody>
          <a:bodyPr wrap="square" anchor="t">
            <a:spAutoFit/>
          </a:bodyPr>
          <a:lstStyle/>
          <a:p>
            <a:pPr algn="l">
              <a:spcAft>
                <a:spcPts val="0"/>
              </a:spcAft>
              <a:defRPr sz="1100" b="0" i="0">
                <a:solidFill>
                  <a:srgbClr val="3A4452"/>
                </a:solidFill>
                <a:latin typeface="Aptos"/>
              </a:defRPr>
            </a:pPr>
            <a:r>
              <a:t>partitioning, workflows, automation boundaries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5D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30352" y="329184"/>
            <a:ext cx="1417320" cy="329184"/>
          </a:xfrm>
          <a:prstGeom prst="rect">
            <a:avLst/>
          </a:prstGeom>
          <a:solidFill>
            <a:srgbClr val="005D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384048"/>
            <a:ext cx="1188720" cy="219456"/>
          </a:xfrm>
          <a:prstGeom prst="rect">
            <a:avLst/>
          </a:prstGeom>
          <a:noFill/>
        </p:spPr>
        <p:txBody>
          <a:bodyPr wrap="square" anchor="t">
            <a:spAutoFit/>
          </a:bodyPr>
          <a:lstStyle/>
          <a:p>
            <a:pPr algn="l">
              <a:spcAft>
                <a:spcPts val="0"/>
              </a:spcAft>
              <a:defRPr sz="1100" b="1" i="0">
                <a:solidFill>
                  <a:srgbClr val="FFFFFF"/>
                </a:solidFill>
                <a:latin typeface="Aptos"/>
              </a:defRPr>
            </a:pPr>
            <a:r>
              <a:t>GAP</a:t>
            </a:r>
          </a:p>
        </p:txBody>
      </p:sp>
      <p:sp>
        <p:nvSpPr>
          <p:cNvPr id="5" name="TextBox 4"/>
          <p:cNvSpPr txBox="1"/>
          <p:nvPr/>
        </p:nvSpPr>
        <p:spPr>
          <a:xfrm>
            <a:off x="8887968" y="393192"/>
            <a:ext cx="2788920" cy="228600"/>
          </a:xfrm>
          <a:prstGeom prst="rect">
            <a:avLst/>
          </a:prstGeom>
          <a:noFill/>
        </p:spPr>
        <p:txBody>
          <a:bodyPr wrap="square" anchor="t">
            <a:spAutoFit/>
          </a:bodyPr>
          <a:lstStyle/>
          <a:p>
            <a:pPr algn="r">
              <a:spcAft>
                <a:spcPts val="0"/>
              </a:spcAft>
              <a:defRPr sz="1200" b="1" i="0">
                <a:solidFill>
                  <a:srgbClr val="005DAA"/>
                </a:solidFill>
                <a:latin typeface="Aptos"/>
              </a:defRPr>
            </a:pPr>
            <a:r>
              <a:t>GAP | 05 / 18</a:t>
            </a:r>
          </a:p>
        </p:txBody>
      </p:sp>
      <p:sp>
        <p:nvSpPr>
          <p:cNvPr id="6" name="TextBox 5"/>
          <p:cNvSpPr txBox="1"/>
          <p:nvPr/>
        </p:nvSpPr>
        <p:spPr>
          <a:xfrm>
            <a:off x="530352" y="566928"/>
            <a:ext cx="10515600" cy="530352"/>
          </a:xfrm>
          <a:prstGeom prst="rect">
            <a:avLst/>
          </a:prstGeom>
          <a:noFill/>
        </p:spPr>
        <p:txBody>
          <a:bodyPr wrap="square" anchor="t">
            <a:spAutoFit/>
          </a:bodyPr>
          <a:lstStyle/>
          <a:p>
            <a:pPr algn="l">
              <a:spcAft>
                <a:spcPts val="0"/>
              </a:spcAft>
              <a:defRPr sz="2800" b="1" i="0">
                <a:solidFill>
                  <a:srgbClr val="181E26"/>
                </a:solidFill>
                <a:latin typeface="Aptos"/>
              </a:defRPr>
            </a:pPr>
            <a:r>
              <a:t>What prior work measures, and what we add</a:t>
            </a:r>
          </a:p>
        </p:txBody>
      </p:sp>
      <p:sp>
        <p:nvSpPr>
          <p:cNvPr id="7" name="Rectangle 6"/>
          <p:cNvSpPr/>
          <p:nvPr/>
        </p:nvSpPr>
        <p:spPr>
          <a:xfrm>
            <a:off x="530352" y="1207008"/>
            <a:ext cx="11192256" cy="9144"/>
          </a:xfrm>
          <a:prstGeom prst="rect">
            <a:avLst/>
          </a:prstGeom>
          <a:solidFill>
            <a:srgbClr val="BE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30352" y="1554480"/>
            <a:ext cx="5212080" cy="731520"/>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19" y="1700784"/>
            <a:ext cx="1783080" cy="274320"/>
          </a:xfrm>
          <a:prstGeom prst="rect">
            <a:avLst/>
          </a:prstGeom>
          <a:noFill/>
        </p:spPr>
        <p:txBody>
          <a:bodyPr wrap="square" anchor="t">
            <a:spAutoFit/>
          </a:bodyPr>
          <a:lstStyle/>
          <a:p>
            <a:pPr algn="l">
              <a:spcAft>
                <a:spcPts val="0"/>
              </a:spcAft>
              <a:defRPr sz="1400" b="1" i="0">
                <a:solidFill>
                  <a:srgbClr val="005DAA"/>
                </a:solidFill>
                <a:latin typeface="Aptos"/>
              </a:defRPr>
            </a:pPr>
            <a:r>
              <a:t>Outcome metrics</a:t>
            </a:r>
          </a:p>
        </p:txBody>
      </p:sp>
      <p:sp>
        <p:nvSpPr>
          <p:cNvPr id="10" name="TextBox 9"/>
          <p:cNvSpPr txBox="1"/>
          <p:nvPr/>
        </p:nvSpPr>
        <p:spPr>
          <a:xfrm>
            <a:off x="2542032" y="1682495"/>
            <a:ext cx="1920240" cy="274320"/>
          </a:xfrm>
          <a:prstGeom prst="rect">
            <a:avLst/>
          </a:prstGeom>
          <a:noFill/>
        </p:spPr>
        <p:txBody>
          <a:bodyPr wrap="square" anchor="t">
            <a:spAutoFit/>
          </a:bodyPr>
          <a:lstStyle/>
          <a:p>
            <a:pPr algn="l">
              <a:spcAft>
                <a:spcPts val="0"/>
              </a:spcAft>
              <a:defRPr sz="1400" b="1" i="0">
                <a:solidFill>
                  <a:srgbClr val="181E26"/>
                </a:solidFill>
                <a:latin typeface="Aptos"/>
              </a:defRPr>
            </a:pPr>
            <a:r>
              <a:t>merge rates and acceptance</a:t>
            </a:r>
          </a:p>
        </p:txBody>
      </p:sp>
      <p:sp>
        <p:nvSpPr>
          <p:cNvPr id="11" name="TextBox 10"/>
          <p:cNvSpPr txBox="1"/>
          <p:nvPr/>
        </p:nvSpPr>
        <p:spPr>
          <a:xfrm>
            <a:off x="4462272" y="1719072"/>
            <a:ext cx="1280160" cy="384048"/>
          </a:xfrm>
          <a:prstGeom prst="rect">
            <a:avLst/>
          </a:prstGeom>
          <a:noFill/>
        </p:spPr>
        <p:txBody>
          <a:bodyPr wrap="square" anchor="t">
            <a:spAutoFit/>
          </a:bodyPr>
          <a:lstStyle/>
          <a:p>
            <a:pPr algn="l">
              <a:spcAft>
                <a:spcPts val="0"/>
              </a:spcAft>
              <a:defRPr sz="1250" b="0" i="0">
                <a:solidFill>
                  <a:srgbClr val="3A4452"/>
                </a:solidFill>
                <a:latin typeface="Aptos"/>
              </a:defRPr>
            </a:pPr>
            <a:r>
              <a:t>not who did what, when</a:t>
            </a:r>
          </a:p>
        </p:txBody>
      </p:sp>
      <p:sp>
        <p:nvSpPr>
          <p:cNvPr id="12" name="Rectangle 11"/>
          <p:cNvSpPr/>
          <p:nvPr/>
        </p:nvSpPr>
        <p:spPr>
          <a:xfrm>
            <a:off x="530352" y="2450591"/>
            <a:ext cx="5212080" cy="731520"/>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19" y="2596896"/>
            <a:ext cx="1783080" cy="274320"/>
          </a:xfrm>
          <a:prstGeom prst="rect">
            <a:avLst/>
          </a:prstGeom>
          <a:noFill/>
        </p:spPr>
        <p:txBody>
          <a:bodyPr wrap="square" anchor="t">
            <a:spAutoFit/>
          </a:bodyPr>
          <a:lstStyle/>
          <a:p>
            <a:pPr algn="l">
              <a:spcAft>
                <a:spcPts val="0"/>
              </a:spcAft>
              <a:defRPr sz="1400" b="1" i="0">
                <a:solidFill>
                  <a:srgbClr val="005DAA"/>
                </a:solidFill>
                <a:latin typeface="Aptos"/>
              </a:defRPr>
            </a:pPr>
            <a:r>
              <a:t>Single-phase studies</a:t>
            </a:r>
          </a:p>
        </p:txBody>
      </p:sp>
      <p:sp>
        <p:nvSpPr>
          <p:cNvPr id="14" name="TextBox 13"/>
          <p:cNvSpPr txBox="1"/>
          <p:nvPr/>
        </p:nvSpPr>
        <p:spPr>
          <a:xfrm>
            <a:off x="2542032" y="2578608"/>
            <a:ext cx="1920240" cy="274320"/>
          </a:xfrm>
          <a:prstGeom prst="rect">
            <a:avLst/>
          </a:prstGeom>
          <a:noFill/>
        </p:spPr>
        <p:txBody>
          <a:bodyPr wrap="square" anchor="t">
            <a:spAutoFit/>
          </a:bodyPr>
          <a:lstStyle/>
          <a:p>
            <a:pPr algn="l">
              <a:spcAft>
                <a:spcPts val="0"/>
              </a:spcAft>
              <a:defRPr sz="1400" b="1" i="0">
                <a:solidFill>
                  <a:srgbClr val="181E26"/>
                </a:solidFill>
                <a:latin typeface="Aptos"/>
              </a:defRPr>
            </a:pPr>
            <a:r>
              <a:t>suggestions and comments</a:t>
            </a:r>
          </a:p>
        </p:txBody>
      </p:sp>
      <p:sp>
        <p:nvSpPr>
          <p:cNvPr id="15" name="TextBox 14"/>
          <p:cNvSpPr txBox="1"/>
          <p:nvPr/>
        </p:nvSpPr>
        <p:spPr>
          <a:xfrm>
            <a:off x="4462272" y="2615184"/>
            <a:ext cx="1280160" cy="384048"/>
          </a:xfrm>
          <a:prstGeom prst="rect">
            <a:avLst/>
          </a:prstGeom>
          <a:noFill/>
        </p:spPr>
        <p:txBody>
          <a:bodyPr wrap="square" anchor="t">
            <a:spAutoFit/>
          </a:bodyPr>
          <a:lstStyle/>
          <a:p>
            <a:pPr algn="l">
              <a:spcAft>
                <a:spcPts val="0"/>
              </a:spcAft>
              <a:defRPr sz="1250" b="0" i="0">
                <a:solidFill>
                  <a:srgbClr val="3A4452"/>
                </a:solidFill>
                <a:latin typeface="Aptos"/>
              </a:defRPr>
            </a:pPr>
            <a:r>
              <a:t>not full lifecycle</a:t>
            </a:r>
          </a:p>
        </p:txBody>
      </p:sp>
      <p:sp>
        <p:nvSpPr>
          <p:cNvPr id="16" name="Rectangle 15"/>
          <p:cNvSpPr/>
          <p:nvPr/>
        </p:nvSpPr>
        <p:spPr>
          <a:xfrm>
            <a:off x="530352" y="3346704"/>
            <a:ext cx="5212080" cy="731520"/>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19" y="3493008"/>
            <a:ext cx="1783080" cy="274320"/>
          </a:xfrm>
          <a:prstGeom prst="rect">
            <a:avLst/>
          </a:prstGeom>
          <a:noFill/>
        </p:spPr>
        <p:txBody>
          <a:bodyPr wrap="square" anchor="t">
            <a:spAutoFit/>
          </a:bodyPr>
          <a:lstStyle/>
          <a:p>
            <a:pPr algn="l">
              <a:spcAft>
                <a:spcPts val="0"/>
              </a:spcAft>
              <a:defRPr sz="1400" b="1" i="0">
                <a:solidFill>
                  <a:srgbClr val="005DAA"/>
                </a:solidFill>
                <a:latin typeface="Aptos"/>
              </a:defRPr>
            </a:pPr>
            <a:r>
              <a:t>Governance frameworks</a:t>
            </a:r>
          </a:p>
        </p:txBody>
      </p:sp>
      <p:sp>
        <p:nvSpPr>
          <p:cNvPr id="18" name="TextBox 17"/>
          <p:cNvSpPr txBox="1"/>
          <p:nvPr/>
        </p:nvSpPr>
        <p:spPr>
          <a:xfrm>
            <a:off x="2542032" y="3474720"/>
            <a:ext cx="1920240" cy="274320"/>
          </a:xfrm>
          <a:prstGeom prst="rect">
            <a:avLst/>
          </a:prstGeom>
          <a:noFill/>
        </p:spPr>
        <p:txBody>
          <a:bodyPr wrap="square" anchor="t">
            <a:spAutoFit/>
          </a:bodyPr>
          <a:lstStyle/>
          <a:p>
            <a:pPr algn="l">
              <a:spcAft>
                <a:spcPts val="0"/>
              </a:spcAft>
              <a:defRPr sz="1400" b="1" i="0">
                <a:solidFill>
                  <a:srgbClr val="181E26"/>
                </a:solidFill>
                <a:latin typeface="Aptos"/>
              </a:defRPr>
            </a:pPr>
            <a:r>
              <a:t>oversight design</a:t>
            </a:r>
          </a:p>
        </p:txBody>
      </p:sp>
      <p:sp>
        <p:nvSpPr>
          <p:cNvPr id="19" name="TextBox 18"/>
          <p:cNvSpPr txBox="1"/>
          <p:nvPr/>
        </p:nvSpPr>
        <p:spPr>
          <a:xfrm>
            <a:off x="4462272" y="3511296"/>
            <a:ext cx="1280160" cy="384048"/>
          </a:xfrm>
          <a:prstGeom prst="rect">
            <a:avLst/>
          </a:prstGeom>
          <a:noFill/>
        </p:spPr>
        <p:txBody>
          <a:bodyPr wrap="square" anchor="t">
            <a:spAutoFit/>
          </a:bodyPr>
          <a:lstStyle/>
          <a:p>
            <a:pPr algn="l">
              <a:spcAft>
                <a:spcPts val="0"/>
              </a:spcAft>
              <a:defRPr sz="1250" b="0" i="0">
                <a:solidFill>
                  <a:srgbClr val="3A4452"/>
                </a:solidFill>
                <a:latin typeface="Aptos"/>
              </a:defRPr>
            </a:pPr>
            <a:r>
              <a:t>rarely at scale in traces</a:t>
            </a:r>
          </a:p>
        </p:txBody>
      </p:sp>
      <p:sp>
        <p:nvSpPr>
          <p:cNvPr id="20" name="Rectangle 19"/>
          <p:cNvSpPr/>
          <p:nvPr/>
        </p:nvSpPr>
        <p:spPr>
          <a:xfrm>
            <a:off x="6400800" y="1554480"/>
            <a:ext cx="4709160" cy="2798064"/>
          </a:xfrm>
          <a:prstGeom prst="rect">
            <a:avLst/>
          </a:prstGeom>
          <a:solidFill>
            <a:srgbClr val="0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93408" y="1847088"/>
            <a:ext cx="1280160" cy="237744"/>
          </a:xfrm>
          <a:prstGeom prst="rect">
            <a:avLst/>
          </a:prstGeom>
          <a:noFill/>
        </p:spPr>
        <p:txBody>
          <a:bodyPr wrap="square" anchor="t">
            <a:spAutoFit/>
          </a:bodyPr>
          <a:lstStyle/>
          <a:p>
            <a:pPr algn="l">
              <a:spcAft>
                <a:spcPts val="0"/>
              </a:spcAft>
              <a:defRPr sz="1150" b="1" i="0">
                <a:solidFill>
                  <a:srgbClr val="D6E8F5"/>
                </a:solidFill>
                <a:latin typeface="Aptos"/>
              </a:defRPr>
            </a:pPr>
            <a:r>
              <a:t>OUR ADD</a:t>
            </a:r>
          </a:p>
        </p:txBody>
      </p:sp>
      <p:sp>
        <p:nvSpPr>
          <p:cNvPr id="22" name="TextBox 21"/>
          <p:cNvSpPr txBox="1"/>
          <p:nvPr/>
        </p:nvSpPr>
        <p:spPr>
          <a:xfrm>
            <a:off x="6693408" y="2340864"/>
            <a:ext cx="3931920" cy="1828800"/>
          </a:xfrm>
          <a:prstGeom prst="rect">
            <a:avLst/>
          </a:prstGeom>
          <a:noFill/>
        </p:spPr>
        <p:txBody>
          <a:bodyPr wrap="square" lIns="38100" tIns="25400" rIns="38100">
            <a:spAutoFit/>
          </a:bodyPr>
          <a:lstStyle/>
          <a:p>
            <a:pPr>
              <a:spcAft>
                <a:spcPts val="600"/>
              </a:spcAft>
              <a:defRPr sz="1900">
                <a:solidFill>
                  <a:srgbClr val="FFFFFF"/>
                </a:solidFill>
                <a:latin typeface="Aptos"/>
              </a:defRPr>
            </a:pPr>
            <a:r>
              <a:t>29,585 PR lifecycles</a:t>
            </a:r>
          </a:p>
          <a:p>
            <a:pPr>
              <a:spcAft>
                <a:spcPts val="600"/>
              </a:spcAft>
              <a:defRPr sz="1900">
                <a:solidFill>
                  <a:srgbClr val="FFFFFF"/>
                </a:solidFill>
                <a:latin typeface="Aptos"/>
              </a:defRPr>
            </a:pPr>
            <a:r>
              <a:t>initiator to approver</a:t>
            </a:r>
          </a:p>
          <a:p>
            <a:pPr>
              <a:spcAft>
                <a:spcPts val="600"/>
              </a:spcAft>
              <a:defRPr sz="1900">
                <a:solidFill>
                  <a:srgbClr val="FFFFFF"/>
                </a:solidFill>
                <a:latin typeface="Aptos"/>
              </a:defRPr>
            </a:pPr>
            <a:r>
              <a:t>state machines</a:t>
            </a:r>
          </a:p>
          <a:p>
            <a:pPr>
              <a:spcAft>
                <a:spcPts val="600"/>
              </a:spcAft>
              <a:defRPr sz="1900">
                <a:solidFill>
                  <a:srgbClr val="FFFFFF"/>
                </a:solidFill>
                <a:latin typeface="Aptos"/>
              </a:defRPr>
            </a:pPr>
            <a:r>
              <a:t>replication package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6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30352" y="329184"/>
            <a:ext cx="1417320" cy="329184"/>
          </a:xfrm>
          <a:prstGeom prst="rect">
            <a:avLst/>
          </a:prstGeom>
          <a:solidFill>
            <a:srgbClr val="006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384048"/>
            <a:ext cx="1188720" cy="219456"/>
          </a:xfrm>
          <a:prstGeom prst="rect">
            <a:avLst/>
          </a:prstGeom>
          <a:noFill/>
        </p:spPr>
        <p:txBody>
          <a:bodyPr wrap="square" anchor="t">
            <a:spAutoFit/>
          </a:bodyPr>
          <a:lstStyle/>
          <a:p>
            <a:pPr algn="l">
              <a:spcAft>
                <a:spcPts val="0"/>
              </a:spcAft>
              <a:defRPr sz="1100" b="1" i="0">
                <a:solidFill>
                  <a:srgbClr val="FFFFFF"/>
                </a:solidFill>
                <a:latin typeface="Aptos"/>
              </a:defRPr>
            </a:pPr>
            <a:r>
              <a:t>METHOD</a:t>
            </a:r>
          </a:p>
        </p:txBody>
      </p:sp>
      <p:sp>
        <p:nvSpPr>
          <p:cNvPr id="5" name="TextBox 4"/>
          <p:cNvSpPr txBox="1"/>
          <p:nvPr/>
        </p:nvSpPr>
        <p:spPr>
          <a:xfrm>
            <a:off x="8887968" y="393192"/>
            <a:ext cx="2788920" cy="228600"/>
          </a:xfrm>
          <a:prstGeom prst="rect">
            <a:avLst/>
          </a:prstGeom>
          <a:noFill/>
        </p:spPr>
        <p:txBody>
          <a:bodyPr wrap="square" anchor="t">
            <a:spAutoFit/>
          </a:bodyPr>
          <a:lstStyle/>
          <a:p>
            <a:pPr algn="r">
              <a:spcAft>
                <a:spcPts val="0"/>
              </a:spcAft>
              <a:defRPr sz="1200" b="1" i="0">
                <a:solidFill>
                  <a:srgbClr val="006C62"/>
                </a:solidFill>
                <a:latin typeface="Aptos"/>
              </a:defRPr>
            </a:pPr>
            <a:r>
              <a:t>METHOD | 06 / 18</a:t>
            </a:r>
          </a:p>
        </p:txBody>
      </p:sp>
      <p:sp>
        <p:nvSpPr>
          <p:cNvPr id="6" name="TextBox 5"/>
          <p:cNvSpPr txBox="1"/>
          <p:nvPr/>
        </p:nvSpPr>
        <p:spPr>
          <a:xfrm>
            <a:off x="530352" y="566928"/>
            <a:ext cx="10515600" cy="530352"/>
          </a:xfrm>
          <a:prstGeom prst="rect">
            <a:avLst/>
          </a:prstGeom>
          <a:noFill/>
        </p:spPr>
        <p:txBody>
          <a:bodyPr wrap="square" anchor="t">
            <a:spAutoFit/>
          </a:bodyPr>
          <a:lstStyle/>
          <a:p>
            <a:pPr algn="l">
              <a:spcAft>
                <a:spcPts val="0"/>
              </a:spcAft>
              <a:defRPr sz="2800" b="1" i="0">
                <a:solidFill>
                  <a:srgbClr val="181E26"/>
                </a:solidFill>
                <a:latin typeface="Aptos"/>
              </a:defRPr>
            </a:pPr>
            <a:r>
              <a:t>Lifecycle model + pipeline</a:t>
            </a:r>
          </a:p>
        </p:txBody>
      </p:sp>
      <p:sp>
        <p:nvSpPr>
          <p:cNvPr id="7" name="Rectangle 6"/>
          <p:cNvSpPr/>
          <p:nvPr/>
        </p:nvSpPr>
        <p:spPr>
          <a:xfrm>
            <a:off x="530352" y="1207008"/>
            <a:ext cx="11192256" cy="9144"/>
          </a:xfrm>
          <a:prstGeom prst="rect">
            <a:avLst/>
          </a:prstGeom>
          <a:solidFill>
            <a:srgbClr val="BE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29,585 PRs | 5 tools | AIDev (Li et al., 2025)" title="Lifecycle model + pipeline figure"/>
          <p:cNvPicPr>
            <a:picLocks noChangeAspect="1"/>
          </p:cNvPicPr>
          <p:nvPr/>
        </p:nvPicPr>
        <p:blipFill>
          <a:blip r:embed="rId2"/>
          <a:stretch>
            <a:fillRect/>
          </a:stretch>
        </p:blipFill>
        <p:spPr>
          <a:xfrm>
            <a:off x="1798503" y="1417320"/>
            <a:ext cx="5007496" cy="4251960"/>
          </a:xfrm>
          <a:prstGeom prst="rect">
            <a:avLst/>
          </a:prstGeom>
        </p:spPr>
      </p:pic>
      <p:sp>
        <p:nvSpPr>
          <p:cNvPr id="9" name="Rectangle 8"/>
          <p:cNvSpPr/>
          <p:nvPr/>
        </p:nvSpPr>
        <p:spPr>
          <a:xfrm>
            <a:off x="8641080" y="1572768"/>
            <a:ext cx="2514600" cy="987552"/>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641080" y="1572768"/>
            <a:ext cx="73152" cy="987552"/>
          </a:xfrm>
          <a:prstGeom prst="rect">
            <a:avLst/>
          </a:prstGeom>
          <a:solidFill>
            <a:srgbClr val="005D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42248" y="1664208"/>
            <a:ext cx="2167128" cy="454273"/>
          </a:xfrm>
          <a:prstGeom prst="rect">
            <a:avLst/>
          </a:prstGeom>
          <a:noFill/>
        </p:spPr>
        <p:txBody>
          <a:bodyPr wrap="square" anchor="t">
            <a:spAutoFit/>
          </a:bodyPr>
          <a:lstStyle/>
          <a:p>
            <a:pPr algn="l">
              <a:spcAft>
                <a:spcPts val="0"/>
              </a:spcAft>
              <a:defRPr sz="1800" b="1" i="0">
                <a:solidFill>
                  <a:srgbClr val="005DAA"/>
                </a:solidFill>
                <a:latin typeface="Aptos"/>
              </a:defRPr>
            </a:pPr>
            <a:r>
              <a:t>29,585 PRs</a:t>
            </a:r>
          </a:p>
        </p:txBody>
      </p:sp>
      <p:sp>
        <p:nvSpPr>
          <p:cNvPr id="12" name="TextBox 11"/>
          <p:cNvSpPr txBox="1"/>
          <p:nvPr/>
        </p:nvSpPr>
        <p:spPr>
          <a:xfrm>
            <a:off x="8842248" y="2155057"/>
            <a:ext cx="2167128" cy="355518"/>
          </a:xfrm>
          <a:prstGeom prst="rect">
            <a:avLst/>
          </a:prstGeom>
          <a:noFill/>
        </p:spPr>
        <p:txBody>
          <a:bodyPr wrap="square" anchor="t">
            <a:spAutoFit/>
          </a:bodyPr>
          <a:lstStyle/>
          <a:p>
            <a:pPr algn="l">
              <a:spcAft>
                <a:spcPts val="0"/>
              </a:spcAft>
              <a:defRPr sz="1100" b="1" i="0">
                <a:solidFill>
                  <a:srgbClr val="181E26"/>
                </a:solidFill>
                <a:latin typeface="Aptos"/>
              </a:defRPr>
            </a:pPr>
            <a:r>
              <a:t>sample</a:t>
            </a:r>
          </a:p>
        </p:txBody>
      </p:sp>
      <p:sp>
        <p:nvSpPr>
          <p:cNvPr id="13" name="Rectangle 12"/>
          <p:cNvSpPr/>
          <p:nvPr/>
        </p:nvSpPr>
        <p:spPr>
          <a:xfrm>
            <a:off x="8641080" y="2798064"/>
            <a:ext cx="2514600" cy="987552"/>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641080" y="2798064"/>
            <a:ext cx="73152" cy="987552"/>
          </a:xfrm>
          <a:prstGeom prst="rect">
            <a:avLst/>
          </a:prstGeom>
          <a:solidFill>
            <a:srgbClr val="006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42248" y="2889504"/>
            <a:ext cx="2167128" cy="454273"/>
          </a:xfrm>
          <a:prstGeom prst="rect">
            <a:avLst/>
          </a:prstGeom>
          <a:noFill/>
        </p:spPr>
        <p:txBody>
          <a:bodyPr wrap="square" anchor="t">
            <a:spAutoFit/>
          </a:bodyPr>
          <a:lstStyle/>
          <a:p>
            <a:pPr algn="l">
              <a:spcAft>
                <a:spcPts val="0"/>
              </a:spcAft>
              <a:defRPr sz="1800" b="1" i="0">
                <a:solidFill>
                  <a:srgbClr val="006C62"/>
                </a:solidFill>
                <a:latin typeface="Aptos"/>
              </a:defRPr>
            </a:pPr>
            <a:r>
              <a:t>5</a:t>
            </a:r>
          </a:p>
        </p:txBody>
      </p:sp>
      <p:sp>
        <p:nvSpPr>
          <p:cNvPr id="16" name="TextBox 15"/>
          <p:cNvSpPr txBox="1"/>
          <p:nvPr/>
        </p:nvSpPr>
        <p:spPr>
          <a:xfrm>
            <a:off x="8842248" y="3380353"/>
            <a:ext cx="2167128" cy="355518"/>
          </a:xfrm>
          <a:prstGeom prst="rect">
            <a:avLst/>
          </a:prstGeom>
          <a:noFill/>
        </p:spPr>
        <p:txBody>
          <a:bodyPr wrap="square" anchor="t">
            <a:spAutoFit/>
          </a:bodyPr>
          <a:lstStyle/>
          <a:p>
            <a:pPr algn="l">
              <a:spcAft>
                <a:spcPts val="0"/>
              </a:spcAft>
              <a:defRPr sz="1100" b="1" i="0">
                <a:solidFill>
                  <a:srgbClr val="181E26"/>
                </a:solidFill>
                <a:latin typeface="Aptos"/>
              </a:defRPr>
            </a:pPr>
            <a:r>
              <a:t>tools</a:t>
            </a:r>
          </a:p>
        </p:txBody>
      </p:sp>
      <p:sp>
        <p:nvSpPr>
          <p:cNvPr id="17" name="Rectangle 16"/>
          <p:cNvSpPr/>
          <p:nvPr/>
        </p:nvSpPr>
        <p:spPr>
          <a:xfrm>
            <a:off x="8641080" y="4023360"/>
            <a:ext cx="2514600" cy="987552"/>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641080" y="4023360"/>
            <a:ext cx="73152" cy="987552"/>
          </a:xfrm>
          <a:prstGeom prst="rect">
            <a:avLst/>
          </a:prstGeom>
          <a:solidFill>
            <a:srgbClr val="9664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842248" y="4114800"/>
            <a:ext cx="2167128" cy="454273"/>
          </a:xfrm>
          <a:prstGeom prst="rect">
            <a:avLst/>
          </a:prstGeom>
          <a:noFill/>
        </p:spPr>
        <p:txBody>
          <a:bodyPr wrap="square" anchor="t">
            <a:spAutoFit/>
          </a:bodyPr>
          <a:lstStyle/>
          <a:p>
            <a:pPr algn="l">
              <a:spcAft>
                <a:spcPts val="0"/>
              </a:spcAft>
              <a:defRPr sz="1800" b="1" i="0">
                <a:solidFill>
                  <a:srgbClr val="966405"/>
                </a:solidFill>
                <a:latin typeface="Aptos"/>
              </a:defRPr>
            </a:pPr>
            <a:r>
              <a:t>state machines</a:t>
            </a:r>
          </a:p>
        </p:txBody>
      </p:sp>
      <p:sp>
        <p:nvSpPr>
          <p:cNvPr id="20" name="TextBox 19"/>
          <p:cNvSpPr txBox="1"/>
          <p:nvPr/>
        </p:nvSpPr>
        <p:spPr>
          <a:xfrm>
            <a:off x="8842248" y="4605649"/>
            <a:ext cx="2167128" cy="355518"/>
          </a:xfrm>
          <a:prstGeom prst="rect">
            <a:avLst/>
          </a:prstGeom>
          <a:noFill/>
        </p:spPr>
        <p:txBody>
          <a:bodyPr wrap="square" anchor="t">
            <a:spAutoFit/>
          </a:bodyPr>
          <a:lstStyle/>
          <a:p>
            <a:pPr algn="l">
              <a:spcAft>
                <a:spcPts val="0"/>
              </a:spcAft>
              <a:defRPr sz="1100" b="1" i="0">
                <a:solidFill>
                  <a:srgbClr val="181E26"/>
                </a:solidFill>
                <a:latin typeface="Aptos"/>
              </a:defRPr>
            </a:pPr>
            <a:r>
              <a:t>output</a:t>
            </a:r>
          </a:p>
        </p:txBody>
      </p:sp>
      <p:sp>
        <p:nvSpPr>
          <p:cNvPr id="21" name="TextBox 20"/>
          <p:cNvSpPr txBox="1"/>
          <p:nvPr/>
        </p:nvSpPr>
        <p:spPr>
          <a:xfrm>
            <a:off x="530352" y="5650992"/>
            <a:ext cx="10515600" cy="274320"/>
          </a:xfrm>
          <a:prstGeom prst="rect">
            <a:avLst/>
          </a:prstGeom>
          <a:noFill/>
        </p:spPr>
        <p:txBody>
          <a:bodyPr wrap="square" anchor="t">
            <a:spAutoFit/>
          </a:bodyPr>
          <a:lstStyle/>
          <a:p>
            <a:pPr algn="l">
              <a:spcAft>
                <a:spcPts val="0"/>
              </a:spcAft>
              <a:defRPr sz="1250" b="1" i="0">
                <a:solidFill>
                  <a:srgbClr val="3A4452"/>
                </a:solidFill>
                <a:latin typeface="Aptos"/>
              </a:defRPr>
            </a:pPr>
            <a:r>
              <a:t>29,585 PRs | 5 tools | AIDev (Li et al., 2025)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6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30352" y="329184"/>
            <a:ext cx="1417320" cy="329184"/>
          </a:xfrm>
          <a:prstGeom prst="rect">
            <a:avLst/>
          </a:prstGeom>
          <a:solidFill>
            <a:srgbClr val="006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384048"/>
            <a:ext cx="1188720" cy="219456"/>
          </a:xfrm>
          <a:prstGeom prst="rect">
            <a:avLst/>
          </a:prstGeom>
          <a:noFill/>
        </p:spPr>
        <p:txBody>
          <a:bodyPr wrap="square" anchor="t">
            <a:spAutoFit/>
          </a:bodyPr>
          <a:lstStyle/>
          <a:p>
            <a:pPr algn="l">
              <a:spcAft>
                <a:spcPts val="0"/>
              </a:spcAft>
              <a:defRPr sz="1100" b="1" i="0">
                <a:solidFill>
                  <a:srgbClr val="FFFFFF"/>
                </a:solidFill>
                <a:latin typeface="Aptos"/>
              </a:defRPr>
            </a:pPr>
            <a:r>
              <a:t>METHOD</a:t>
            </a:r>
          </a:p>
        </p:txBody>
      </p:sp>
      <p:sp>
        <p:nvSpPr>
          <p:cNvPr id="5" name="TextBox 4"/>
          <p:cNvSpPr txBox="1"/>
          <p:nvPr/>
        </p:nvSpPr>
        <p:spPr>
          <a:xfrm>
            <a:off x="8887968" y="393192"/>
            <a:ext cx="2788920" cy="228600"/>
          </a:xfrm>
          <a:prstGeom prst="rect">
            <a:avLst/>
          </a:prstGeom>
          <a:noFill/>
        </p:spPr>
        <p:txBody>
          <a:bodyPr wrap="square" anchor="t">
            <a:spAutoFit/>
          </a:bodyPr>
          <a:lstStyle/>
          <a:p>
            <a:pPr algn="r">
              <a:spcAft>
                <a:spcPts val="0"/>
              </a:spcAft>
              <a:defRPr sz="1200" b="1" i="0">
                <a:solidFill>
                  <a:srgbClr val="006C62"/>
                </a:solidFill>
                <a:latin typeface="Aptos"/>
              </a:defRPr>
            </a:pPr>
            <a:r>
              <a:t>METHOD | 07 / 18</a:t>
            </a:r>
          </a:p>
        </p:txBody>
      </p:sp>
      <p:sp>
        <p:nvSpPr>
          <p:cNvPr id="6" name="TextBox 5"/>
          <p:cNvSpPr txBox="1"/>
          <p:nvPr/>
        </p:nvSpPr>
        <p:spPr>
          <a:xfrm>
            <a:off x="530352" y="566928"/>
            <a:ext cx="10515600" cy="530352"/>
          </a:xfrm>
          <a:prstGeom prst="rect">
            <a:avLst/>
          </a:prstGeom>
          <a:noFill/>
        </p:spPr>
        <p:txBody>
          <a:bodyPr wrap="square" anchor="t">
            <a:spAutoFit/>
          </a:bodyPr>
          <a:lstStyle/>
          <a:p>
            <a:pPr algn="l">
              <a:spcAft>
                <a:spcPts val="0"/>
              </a:spcAft>
              <a:defRPr sz="2800" b="1" i="0">
                <a:solidFill>
                  <a:srgbClr val="181E26"/>
                </a:solidFill>
                <a:latin typeface="Aptos"/>
              </a:defRPr>
            </a:pPr>
            <a:r>
              <a:t>What the trace lets us reconstruct</a:t>
            </a:r>
          </a:p>
        </p:txBody>
      </p:sp>
      <p:sp>
        <p:nvSpPr>
          <p:cNvPr id="7" name="Rectangle 6"/>
          <p:cNvSpPr/>
          <p:nvPr/>
        </p:nvSpPr>
        <p:spPr>
          <a:xfrm>
            <a:off x="530352" y="1207008"/>
            <a:ext cx="11192256" cy="9144"/>
          </a:xfrm>
          <a:prstGeom prst="rect">
            <a:avLst/>
          </a:prstGeom>
          <a:solidFill>
            <a:srgbClr val="BE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30352" y="1417320"/>
            <a:ext cx="2647188" cy="3977639"/>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30352" y="1417320"/>
            <a:ext cx="2647188" cy="91440"/>
          </a:xfrm>
          <a:prstGeom prst="rect">
            <a:avLst/>
          </a:prstGeom>
          <a:solidFill>
            <a:srgbClr val="006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19" y="1664208"/>
            <a:ext cx="2244852" cy="274320"/>
          </a:xfrm>
          <a:prstGeom prst="rect">
            <a:avLst/>
          </a:prstGeom>
          <a:noFill/>
        </p:spPr>
        <p:txBody>
          <a:bodyPr wrap="square" anchor="t">
            <a:spAutoFit/>
          </a:bodyPr>
          <a:lstStyle/>
          <a:p>
            <a:pPr algn="l">
              <a:spcAft>
                <a:spcPts val="0"/>
              </a:spcAft>
              <a:defRPr sz="1200" b="1" i="0">
                <a:solidFill>
                  <a:srgbClr val="006C62"/>
                </a:solidFill>
                <a:latin typeface="Aptos"/>
              </a:defRPr>
            </a:pPr>
            <a:r>
              <a:t>AGENTS</a:t>
            </a:r>
          </a:p>
        </p:txBody>
      </p:sp>
      <p:sp>
        <p:nvSpPr>
          <p:cNvPr id="11" name="TextBox 10"/>
          <p:cNvSpPr txBox="1"/>
          <p:nvPr/>
        </p:nvSpPr>
        <p:spPr>
          <a:xfrm>
            <a:off x="731519" y="2075688"/>
            <a:ext cx="2244852" cy="658368"/>
          </a:xfrm>
          <a:prstGeom prst="rect">
            <a:avLst/>
          </a:prstGeom>
          <a:noFill/>
        </p:spPr>
        <p:txBody>
          <a:bodyPr wrap="square" anchor="t">
            <a:spAutoFit/>
          </a:bodyPr>
          <a:lstStyle/>
          <a:p>
            <a:pPr algn="l">
              <a:spcAft>
                <a:spcPts val="0"/>
              </a:spcAft>
              <a:defRPr sz="2200" b="1" i="0">
                <a:solidFill>
                  <a:srgbClr val="181E26"/>
                </a:solidFill>
                <a:latin typeface="Aptos"/>
              </a:defRPr>
            </a:pPr>
            <a:r>
              <a:t>who acts</a:t>
            </a:r>
          </a:p>
        </p:txBody>
      </p:sp>
      <p:sp>
        <p:nvSpPr>
          <p:cNvPr id="12" name="TextBox 11"/>
          <p:cNvSpPr txBox="1"/>
          <p:nvPr/>
        </p:nvSpPr>
        <p:spPr>
          <a:xfrm>
            <a:off x="731519" y="2898648"/>
            <a:ext cx="2244852" cy="2404871"/>
          </a:xfrm>
          <a:prstGeom prst="rect">
            <a:avLst/>
          </a:prstGeom>
          <a:noFill/>
        </p:spPr>
        <p:txBody>
          <a:bodyPr wrap="square" lIns="38100" tIns="25400" rIns="38100">
            <a:spAutoFit/>
          </a:bodyPr>
          <a:lstStyle/>
          <a:p>
            <a:pPr>
              <a:spcAft>
                <a:spcPts val="600"/>
              </a:spcAft>
              <a:defRPr sz="1600">
                <a:solidFill>
                  <a:srgbClr val="3A4452"/>
                </a:solidFill>
                <a:latin typeface="Aptos"/>
              </a:defRPr>
            </a:pPr>
            <a:r>
              <a:t>initiator and approver on each PR</a:t>
            </a:r>
          </a:p>
        </p:txBody>
      </p:sp>
      <p:sp>
        <p:nvSpPr>
          <p:cNvPr id="13" name="Rectangle 12"/>
          <p:cNvSpPr/>
          <p:nvPr/>
        </p:nvSpPr>
        <p:spPr>
          <a:xfrm>
            <a:off x="3378708" y="1417320"/>
            <a:ext cx="2647188" cy="3977639"/>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78708" y="1417320"/>
            <a:ext cx="2647188" cy="91440"/>
          </a:xfrm>
          <a:prstGeom prst="rect">
            <a:avLst/>
          </a:prstGeom>
          <a:solidFill>
            <a:srgbClr val="005D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79876" y="1664208"/>
            <a:ext cx="2244852" cy="274320"/>
          </a:xfrm>
          <a:prstGeom prst="rect">
            <a:avLst/>
          </a:prstGeom>
          <a:noFill/>
        </p:spPr>
        <p:txBody>
          <a:bodyPr wrap="square" anchor="t">
            <a:spAutoFit/>
          </a:bodyPr>
          <a:lstStyle/>
          <a:p>
            <a:pPr algn="l">
              <a:spcAft>
                <a:spcPts val="0"/>
              </a:spcAft>
              <a:defRPr sz="1200" b="1" i="0">
                <a:solidFill>
                  <a:srgbClr val="005DAA"/>
                </a:solidFill>
                <a:latin typeface="Aptos"/>
              </a:defRPr>
            </a:pPr>
            <a:r>
              <a:t>ROLES</a:t>
            </a:r>
          </a:p>
        </p:txBody>
      </p:sp>
      <p:sp>
        <p:nvSpPr>
          <p:cNvPr id="16" name="TextBox 15"/>
          <p:cNvSpPr txBox="1"/>
          <p:nvPr/>
        </p:nvSpPr>
        <p:spPr>
          <a:xfrm>
            <a:off x="3579876" y="2075688"/>
            <a:ext cx="2244852" cy="658368"/>
          </a:xfrm>
          <a:prstGeom prst="rect">
            <a:avLst/>
          </a:prstGeom>
          <a:noFill/>
        </p:spPr>
        <p:txBody>
          <a:bodyPr wrap="square" anchor="t">
            <a:spAutoFit/>
          </a:bodyPr>
          <a:lstStyle/>
          <a:p>
            <a:pPr algn="l">
              <a:spcAft>
                <a:spcPts val="0"/>
              </a:spcAft>
              <a:defRPr sz="2200" b="1" i="0">
                <a:solidFill>
                  <a:srgbClr val="181E26"/>
                </a:solidFill>
                <a:latin typeface="Aptos"/>
              </a:defRPr>
            </a:pPr>
            <a:r>
              <a:t>what work</a:t>
            </a:r>
          </a:p>
        </p:txBody>
      </p:sp>
      <p:sp>
        <p:nvSpPr>
          <p:cNvPr id="17" name="TextBox 16"/>
          <p:cNvSpPr txBox="1"/>
          <p:nvPr/>
        </p:nvSpPr>
        <p:spPr>
          <a:xfrm>
            <a:off x="3579876" y="2898648"/>
            <a:ext cx="2244852" cy="2404871"/>
          </a:xfrm>
          <a:prstGeom prst="rect">
            <a:avLst/>
          </a:prstGeom>
          <a:noFill/>
        </p:spPr>
        <p:txBody>
          <a:bodyPr wrap="square" lIns="38100" tIns="25400" rIns="38100">
            <a:spAutoFit/>
          </a:bodyPr>
          <a:lstStyle/>
          <a:p>
            <a:pPr>
              <a:spcAft>
                <a:spcPts val="600"/>
              </a:spcAft>
              <a:defRPr sz="1600">
                <a:solidFill>
                  <a:srgbClr val="3A4452"/>
                </a:solidFill>
                <a:latin typeface="Aptos"/>
              </a:defRPr>
            </a:pPr>
            <a:r>
              <a:t>operational work vs merge governance</a:t>
            </a:r>
          </a:p>
        </p:txBody>
      </p:sp>
      <p:sp>
        <p:nvSpPr>
          <p:cNvPr id="18" name="Rectangle 17"/>
          <p:cNvSpPr/>
          <p:nvPr/>
        </p:nvSpPr>
        <p:spPr>
          <a:xfrm>
            <a:off x="6227064" y="1417320"/>
            <a:ext cx="2647188" cy="3977639"/>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27064" y="1417320"/>
            <a:ext cx="2647188" cy="91440"/>
          </a:xfrm>
          <a:prstGeom prst="rect">
            <a:avLst/>
          </a:prstGeom>
          <a:solidFill>
            <a:srgbClr val="9664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28232" y="1664208"/>
            <a:ext cx="2244852" cy="274320"/>
          </a:xfrm>
          <a:prstGeom prst="rect">
            <a:avLst/>
          </a:prstGeom>
          <a:noFill/>
        </p:spPr>
        <p:txBody>
          <a:bodyPr wrap="square" anchor="t">
            <a:spAutoFit/>
          </a:bodyPr>
          <a:lstStyle/>
          <a:p>
            <a:pPr algn="l">
              <a:spcAft>
                <a:spcPts val="0"/>
              </a:spcAft>
              <a:defRPr sz="1200" b="1" i="0">
                <a:solidFill>
                  <a:srgbClr val="966405"/>
                </a:solidFill>
                <a:latin typeface="Aptos"/>
              </a:defRPr>
            </a:pPr>
            <a:r>
              <a:t>DEPENDENCIES</a:t>
            </a:r>
          </a:p>
        </p:txBody>
      </p:sp>
      <p:sp>
        <p:nvSpPr>
          <p:cNvPr id="21" name="TextBox 20"/>
          <p:cNvSpPr txBox="1"/>
          <p:nvPr/>
        </p:nvSpPr>
        <p:spPr>
          <a:xfrm>
            <a:off x="6428232" y="2075688"/>
            <a:ext cx="2244852" cy="658368"/>
          </a:xfrm>
          <a:prstGeom prst="rect">
            <a:avLst/>
          </a:prstGeom>
          <a:noFill/>
        </p:spPr>
        <p:txBody>
          <a:bodyPr wrap="square" anchor="t">
            <a:spAutoFit/>
          </a:bodyPr>
          <a:lstStyle/>
          <a:p>
            <a:pPr algn="l">
              <a:spcAft>
                <a:spcPts val="0"/>
              </a:spcAft>
              <a:defRPr sz="2200" b="1" i="0">
                <a:solidFill>
                  <a:srgbClr val="181E26"/>
                </a:solidFill>
                <a:latin typeface="Aptos"/>
              </a:defRPr>
            </a:pPr>
            <a:r>
              <a:t>how flow moves</a:t>
            </a:r>
          </a:p>
        </p:txBody>
      </p:sp>
      <p:sp>
        <p:nvSpPr>
          <p:cNvPr id="22" name="TextBox 21"/>
          <p:cNvSpPr txBox="1"/>
          <p:nvPr/>
        </p:nvSpPr>
        <p:spPr>
          <a:xfrm>
            <a:off x="6428232" y="2898648"/>
            <a:ext cx="2244852" cy="2404871"/>
          </a:xfrm>
          <a:prstGeom prst="rect">
            <a:avLst/>
          </a:prstGeom>
          <a:noFill/>
        </p:spPr>
        <p:txBody>
          <a:bodyPr wrap="square" lIns="38100" tIns="25400" rIns="38100">
            <a:spAutoFit/>
          </a:bodyPr>
          <a:lstStyle/>
          <a:p>
            <a:pPr>
              <a:spcAft>
                <a:spcPts val="600"/>
              </a:spcAft>
              <a:defRPr sz="1600">
                <a:solidFill>
                  <a:srgbClr val="3A4452"/>
                </a:solidFill>
                <a:latin typeface="Aptos"/>
              </a:defRPr>
            </a:pPr>
            <a:r>
              <a:t>review routing and revision loops</a:t>
            </a:r>
          </a:p>
        </p:txBody>
      </p:sp>
      <p:sp>
        <p:nvSpPr>
          <p:cNvPr id="23" name="Rectangle 22"/>
          <p:cNvSpPr/>
          <p:nvPr/>
        </p:nvSpPr>
        <p:spPr>
          <a:xfrm>
            <a:off x="9075420" y="1417320"/>
            <a:ext cx="2647188" cy="3977639"/>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075420" y="1417320"/>
            <a:ext cx="2647188" cy="91440"/>
          </a:xfrm>
          <a:prstGeom prst="rect">
            <a:avLst/>
          </a:prstGeom>
          <a:solidFill>
            <a:srgbClr val="BE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276588" y="1664208"/>
            <a:ext cx="2244852" cy="274320"/>
          </a:xfrm>
          <a:prstGeom prst="rect">
            <a:avLst/>
          </a:prstGeom>
          <a:noFill/>
        </p:spPr>
        <p:txBody>
          <a:bodyPr wrap="square" anchor="t">
            <a:spAutoFit/>
          </a:bodyPr>
          <a:lstStyle/>
          <a:p>
            <a:pPr algn="l">
              <a:spcAft>
                <a:spcPts val="0"/>
              </a:spcAft>
              <a:defRPr sz="1200" b="1" i="0">
                <a:solidFill>
                  <a:srgbClr val="BE2A42"/>
                </a:solidFill>
                <a:latin typeface="Aptos"/>
              </a:defRPr>
            </a:pPr>
            <a:r>
              <a:t>PROTOCOLS</a:t>
            </a:r>
          </a:p>
        </p:txBody>
      </p:sp>
      <p:sp>
        <p:nvSpPr>
          <p:cNvPr id="26" name="TextBox 25"/>
          <p:cNvSpPr txBox="1"/>
          <p:nvPr/>
        </p:nvSpPr>
        <p:spPr>
          <a:xfrm>
            <a:off x="9276588" y="2075688"/>
            <a:ext cx="2244852" cy="658368"/>
          </a:xfrm>
          <a:prstGeom prst="rect">
            <a:avLst/>
          </a:prstGeom>
          <a:noFill/>
        </p:spPr>
        <p:txBody>
          <a:bodyPr wrap="square" anchor="t">
            <a:spAutoFit/>
          </a:bodyPr>
          <a:lstStyle/>
          <a:p>
            <a:pPr algn="l">
              <a:spcAft>
                <a:spcPts val="0"/>
              </a:spcAft>
              <a:defRPr sz="2200" b="1" i="0">
                <a:solidFill>
                  <a:srgbClr val="181E26"/>
                </a:solidFill>
                <a:latin typeface="Aptos"/>
              </a:defRPr>
            </a:pPr>
            <a:r>
              <a:t>what rules</a:t>
            </a:r>
          </a:p>
        </p:txBody>
      </p:sp>
      <p:sp>
        <p:nvSpPr>
          <p:cNvPr id="27" name="TextBox 26"/>
          <p:cNvSpPr txBox="1"/>
          <p:nvPr/>
        </p:nvSpPr>
        <p:spPr>
          <a:xfrm>
            <a:off x="9276588" y="2898648"/>
            <a:ext cx="2244852" cy="2404871"/>
          </a:xfrm>
          <a:prstGeom prst="rect">
            <a:avLst/>
          </a:prstGeom>
          <a:noFill/>
        </p:spPr>
        <p:txBody>
          <a:bodyPr wrap="square" lIns="38100" tIns="25400" rIns="38100">
            <a:spAutoFit/>
          </a:bodyPr>
          <a:lstStyle/>
          <a:p>
            <a:pPr>
              <a:spcAft>
                <a:spcPts val="600"/>
              </a:spcAft>
              <a:defRPr sz="1600">
                <a:solidFill>
                  <a:srgbClr val="3A4452"/>
                </a:solidFill>
                <a:latin typeface="Aptos"/>
              </a:defRPr>
            </a:pPr>
            <a:r>
              <a:t>branch protection, merge rules, automation bots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6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30352" y="329184"/>
            <a:ext cx="1417320" cy="329184"/>
          </a:xfrm>
          <a:prstGeom prst="rect">
            <a:avLst/>
          </a:prstGeom>
          <a:solidFill>
            <a:srgbClr val="006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384048"/>
            <a:ext cx="1188720" cy="219456"/>
          </a:xfrm>
          <a:prstGeom prst="rect">
            <a:avLst/>
          </a:prstGeom>
          <a:noFill/>
        </p:spPr>
        <p:txBody>
          <a:bodyPr wrap="square" anchor="t">
            <a:spAutoFit/>
          </a:bodyPr>
          <a:lstStyle/>
          <a:p>
            <a:pPr algn="l">
              <a:spcAft>
                <a:spcPts val="0"/>
              </a:spcAft>
              <a:defRPr sz="1100" b="1" i="0">
                <a:solidFill>
                  <a:srgbClr val="FFFFFF"/>
                </a:solidFill>
                <a:latin typeface="Aptos"/>
              </a:defRPr>
            </a:pPr>
            <a:r>
              <a:t>METHOD</a:t>
            </a:r>
          </a:p>
        </p:txBody>
      </p:sp>
      <p:sp>
        <p:nvSpPr>
          <p:cNvPr id="5" name="TextBox 4"/>
          <p:cNvSpPr txBox="1"/>
          <p:nvPr/>
        </p:nvSpPr>
        <p:spPr>
          <a:xfrm>
            <a:off x="8887968" y="393192"/>
            <a:ext cx="2788920" cy="228600"/>
          </a:xfrm>
          <a:prstGeom prst="rect">
            <a:avLst/>
          </a:prstGeom>
          <a:noFill/>
        </p:spPr>
        <p:txBody>
          <a:bodyPr wrap="square" anchor="t">
            <a:spAutoFit/>
          </a:bodyPr>
          <a:lstStyle/>
          <a:p>
            <a:pPr algn="r">
              <a:spcAft>
                <a:spcPts val="0"/>
              </a:spcAft>
              <a:defRPr sz="1200" b="1" i="0">
                <a:solidFill>
                  <a:srgbClr val="006C62"/>
                </a:solidFill>
                <a:latin typeface="Aptos"/>
              </a:defRPr>
            </a:pPr>
            <a:r>
              <a:t>METHOD | 08 / 18</a:t>
            </a:r>
          </a:p>
        </p:txBody>
      </p:sp>
      <p:sp>
        <p:nvSpPr>
          <p:cNvPr id="6" name="TextBox 5"/>
          <p:cNvSpPr txBox="1"/>
          <p:nvPr/>
        </p:nvSpPr>
        <p:spPr>
          <a:xfrm>
            <a:off x="530352" y="566928"/>
            <a:ext cx="10515600" cy="530352"/>
          </a:xfrm>
          <a:prstGeom prst="rect">
            <a:avLst/>
          </a:prstGeom>
          <a:noFill/>
        </p:spPr>
        <p:txBody>
          <a:bodyPr wrap="square" anchor="t">
            <a:spAutoFit/>
          </a:bodyPr>
          <a:lstStyle/>
          <a:p>
            <a:pPr algn="l">
              <a:spcAft>
                <a:spcPts val="0"/>
              </a:spcAft>
              <a:defRPr sz="2800" b="1" i="0">
                <a:solidFill>
                  <a:srgbClr val="181E26"/>
                </a:solidFill>
                <a:latin typeface="Aptos"/>
              </a:defRPr>
            </a:pPr>
            <a:r>
              <a:t>What GitHub traces can observe</a:t>
            </a:r>
          </a:p>
        </p:txBody>
      </p:sp>
      <p:sp>
        <p:nvSpPr>
          <p:cNvPr id="7" name="Rectangle 6"/>
          <p:cNvSpPr/>
          <p:nvPr/>
        </p:nvSpPr>
        <p:spPr>
          <a:xfrm>
            <a:off x="530352" y="1207008"/>
            <a:ext cx="11192256" cy="9144"/>
          </a:xfrm>
          <a:prstGeom prst="rect">
            <a:avLst/>
          </a:prstGeom>
          <a:solidFill>
            <a:srgbClr val="BE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30352" y="1481328"/>
            <a:ext cx="5166360" cy="3703320"/>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46520" y="1481328"/>
            <a:ext cx="4754880" cy="3703320"/>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1755648"/>
            <a:ext cx="2194560" cy="237744"/>
          </a:xfrm>
          <a:prstGeom prst="rect">
            <a:avLst/>
          </a:prstGeom>
          <a:noFill/>
        </p:spPr>
        <p:txBody>
          <a:bodyPr wrap="square" anchor="t">
            <a:spAutoFit/>
          </a:bodyPr>
          <a:lstStyle/>
          <a:p>
            <a:pPr algn="l">
              <a:spcAft>
                <a:spcPts val="0"/>
              </a:spcAft>
              <a:defRPr sz="1250" b="1" i="0">
                <a:solidFill>
                  <a:srgbClr val="27AE60"/>
                </a:solidFill>
                <a:latin typeface="Aptos"/>
              </a:defRPr>
            </a:pPr>
            <a:r>
              <a:t>CAN OBSERVE</a:t>
            </a:r>
          </a:p>
        </p:txBody>
      </p:sp>
      <p:sp>
        <p:nvSpPr>
          <p:cNvPr id="11" name="TextBox 10"/>
          <p:cNvSpPr txBox="1"/>
          <p:nvPr/>
        </p:nvSpPr>
        <p:spPr>
          <a:xfrm>
            <a:off x="758952" y="2194560"/>
            <a:ext cx="4617720" cy="2011680"/>
          </a:xfrm>
          <a:prstGeom prst="rect">
            <a:avLst/>
          </a:prstGeom>
          <a:noFill/>
        </p:spPr>
        <p:txBody>
          <a:bodyPr wrap="square" lIns="38100" tIns="25400" rIns="38100">
            <a:spAutoFit/>
          </a:bodyPr>
          <a:lstStyle/>
          <a:p>
            <a:pPr>
              <a:spcAft>
                <a:spcPts val="600"/>
              </a:spcAft>
              <a:defRPr sz="1600">
                <a:solidFill>
                  <a:srgbClr val="181E26"/>
                </a:solidFill>
                <a:latin typeface="Aptos"/>
              </a:defRPr>
            </a:pPr>
            <a:r>
              <a:t>committed, review_requested, reviewed, merged/closed events</a:t>
            </a:r>
          </a:p>
          <a:p>
            <a:pPr>
              <a:spcAft>
                <a:spcPts val="600"/>
              </a:spcAft>
              <a:defRPr sz="1600">
                <a:solidFill>
                  <a:srgbClr val="181E26"/>
                </a:solidFill>
                <a:latin typeface="Aptos"/>
              </a:defRPr>
            </a:pPr>
            <a:r>
              <a:t>actor classification: Bot flag + pattern heuristic</a:t>
            </a:r>
          </a:p>
          <a:p>
            <a:pPr>
              <a:spcAft>
                <a:spcPts val="600"/>
              </a:spcAft>
              <a:defRPr sz="1600">
                <a:solidFill>
                  <a:srgbClr val="181E26"/>
                </a:solidFill>
                <a:latin typeface="Aptos"/>
              </a:defRPr>
            </a:pPr>
            <a:r>
              <a:t>phase transitions, terminal outcomes, median hours</a:t>
            </a:r>
          </a:p>
        </p:txBody>
      </p:sp>
      <p:sp>
        <p:nvSpPr>
          <p:cNvPr id="12" name="TextBox 11"/>
          <p:cNvSpPr txBox="1"/>
          <p:nvPr/>
        </p:nvSpPr>
        <p:spPr>
          <a:xfrm>
            <a:off x="6675120" y="1755648"/>
            <a:ext cx="4297680" cy="237744"/>
          </a:xfrm>
          <a:prstGeom prst="rect">
            <a:avLst/>
          </a:prstGeom>
          <a:noFill/>
        </p:spPr>
        <p:txBody>
          <a:bodyPr wrap="square" anchor="t">
            <a:spAutoFit/>
          </a:bodyPr>
          <a:lstStyle/>
          <a:p>
            <a:pPr algn="l">
              <a:spcAft>
                <a:spcPts val="0"/>
              </a:spcAft>
              <a:defRPr sz="1250" b="1" i="0">
                <a:solidFill>
                  <a:srgbClr val="BE2A42"/>
                </a:solidFill>
                <a:latin typeface="Aptos"/>
              </a:defRPr>
            </a:pPr>
            <a:r>
              <a:t>CANNOT INFER FROM TRACES ALONE</a:t>
            </a:r>
          </a:p>
        </p:txBody>
      </p:sp>
      <p:sp>
        <p:nvSpPr>
          <p:cNvPr id="13" name="TextBox 12"/>
          <p:cNvSpPr txBox="1"/>
          <p:nvPr/>
        </p:nvSpPr>
        <p:spPr>
          <a:xfrm>
            <a:off x="6675120" y="2194560"/>
            <a:ext cx="4069080" cy="1463040"/>
          </a:xfrm>
          <a:prstGeom prst="rect">
            <a:avLst/>
          </a:prstGeom>
          <a:noFill/>
        </p:spPr>
        <p:txBody>
          <a:bodyPr wrap="square" lIns="38100" tIns="25400" rIns="38100">
            <a:spAutoFit/>
          </a:bodyPr>
          <a:lstStyle/>
          <a:p>
            <a:pPr>
              <a:spcAft>
                <a:spcPts val="600"/>
              </a:spcAft>
              <a:defRPr sz="1600">
                <a:solidFill>
                  <a:srgbClr val="181E26"/>
                </a:solidFill>
                <a:latin typeface="Aptos"/>
              </a:defRPr>
            </a:pPr>
            <a:r>
              <a:t>developer intent</a:t>
            </a:r>
          </a:p>
          <a:p>
            <a:pPr>
              <a:spcAft>
                <a:spcPts val="600"/>
              </a:spcAft>
              <a:defRPr sz="1600">
                <a:solidFill>
                  <a:srgbClr val="181E26"/>
                </a:solidFill>
                <a:latin typeface="Aptos"/>
              </a:defRPr>
            </a:pPr>
            <a:r>
              <a:t>off-platform decisions</a:t>
            </a:r>
          </a:p>
          <a:p>
            <a:pPr>
              <a:spcAft>
                <a:spcPts val="600"/>
              </a:spcAft>
              <a:defRPr sz="1600">
                <a:solidFill>
                  <a:srgbClr val="181E26"/>
                </a:solidFill>
                <a:latin typeface="Aptos"/>
              </a:defRPr>
            </a:pPr>
            <a:r>
              <a:t>decision vs executor on auto-merge</a:t>
            </a:r>
          </a:p>
        </p:txBody>
      </p:sp>
      <p:sp>
        <p:nvSpPr>
          <p:cNvPr id="14" name="Rectangle 13"/>
          <p:cNvSpPr/>
          <p:nvPr/>
        </p:nvSpPr>
        <p:spPr>
          <a:xfrm>
            <a:off x="6675120" y="4114800"/>
            <a:ext cx="2103120" cy="868680"/>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675120" y="4114800"/>
            <a:ext cx="73152" cy="868680"/>
          </a:xfrm>
          <a:prstGeom prst="rect">
            <a:avLst/>
          </a:prstGeom>
          <a:solidFill>
            <a:srgbClr val="9664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76288" y="4206240"/>
            <a:ext cx="1755648" cy="399592"/>
          </a:xfrm>
          <a:prstGeom prst="rect">
            <a:avLst/>
          </a:prstGeom>
          <a:noFill/>
        </p:spPr>
        <p:txBody>
          <a:bodyPr wrap="square" anchor="t">
            <a:spAutoFit/>
          </a:bodyPr>
          <a:lstStyle/>
          <a:p>
            <a:pPr algn="l">
              <a:spcAft>
                <a:spcPts val="0"/>
              </a:spcAft>
              <a:defRPr sz="1800" b="1" i="0">
                <a:solidFill>
                  <a:srgbClr val="966405"/>
                </a:solidFill>
                <a:latin typeface="Aptos"/>
              </a:defRPr>
            </a:pPr>
            <a:r>
              <a:t>0.36% FP</a:t>
            </a:r>
          </a:p>
        </p:txBody>
      </p:sp>
      <p:sp>
        <p:nvSpPr>
          <p:cNvPr id="17" name="TextBox 16"/>
          <p:cNvSpPr txBox="1"/>
          <p:nvPr/>
        </p:nvSpPr>
        <p:spPr>
          <a:xfrm>
            <a:off x="6876288" y="4642408"/>
            <a:ext cx="1755648" cy="312724"/>
          </a:xfrm>
          <a:prstGeom prst="rect">
            <a:avLst/>
          </a:prstGeom>
          <a:noFill/>
        </p:spPr>
        <p:txBody>
          <a:bodyPr wrap="square" anchor="t">
            <a:spAutoFit/>
          </a:bodyPr>
          <a:lstStyle/>
          <a:p>
            <a:pPr algn="l">
              <a:spcAft>
                <a:spcPts val="0"/>
              </a:spcAft>
              <a:defRPr sz="1100" b="1" i="0">
                <a:solidFill>
                  <a:srgbClr val="181E26"/>
                </a:solidFill>
                <a:latin typeface="Aptos"/>
              </a:defRPr>
            </a:pPr>
            <a:r>
              <a:t>actor heuristic validation</a:t>
            </a:r>
          </a:p>
        </p:txBody>
      </p:sp>
      <p:sp>
        <p:nvSpPr>
          <p:cNvPr id="18" name="Rectangle 17"/>
          <p:cNvSpPr/>
          <p:nvPr/>
        </p:nvSpPr>
        <p:spPr>
          <a:xfrm>
            <a:off x="9006840" y="4114800"/>
            <a:ext cx="1920240" cy="868680"/>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06840" y="4114800"/>
            <a:ext cx="73152" cy="868680"/>
          </a:xfrm>
          <a:prstGeom prst="rect">
            <a:avLst/>
          </a:prstGeom>
          <a:solidFill>
            <a:srgbClr val="006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08008" y="4206240"/>
            <a:ext cx="1572768" cy="399592"/>
          </a:xfrm>
          <a:prstGeom prst="rect">
            <a:avLst/>
          </a:prstGeom>
          <a:noFill/>
        </p:spPr>
        <p:txBody>
          <a:bodyPr wrap="square" anchor="t">
            <a:spAutoFit/>
          </a:bodyPr>
          <a:lstStyle/>
          <a:p>
            <a:pPr algn="l">
              <a:spcAft>
                <a:spcPts val="0"/>
              </a:spcAft>
              <a:defRPr sz="1800" b="1" i="0">
                <a:solidFill>
                  <a:srgbClr val="006C62"/>
                </a:solidFill>
                <a:latin typeface="Aptos"/>
              </a:defRPr>
            </a:pPr>
            <a:r>
              <a:t>0 FN</a:t>
            </a:r>
          </a:p>
        </p:txBody>
      </p:sp>
      <p:sp>
        <p:nvSpPr>
          <p:cNvPr id="21" name="TextBox 20"/>
          <p:cNvSpPr txBox="1"/>
          <p:nvPr/>
        </p:nvSpPr>
        <p:spPr>
          <a:xfrm>
            <a:off x="9208008" y="4642408"/>
            <a:ext cx="1572768" cy="312724"/>
          </a:xfrm>
          <a:prstGeom prst="rect">
            <a:avLst/>
          </a:prstGeom>
          <a:noFill/>
        </p:spPr>
        <p:txBody>
          <a:bodyPr wrap="square" anchor="t">
            <a:spAutoFit/>
          </a:bodyPr>
          <a:lstStyle/>
          <a:p>
            <a:pPr algn="l">
              <a:spcAft>
                <a:spcPts val="0"/>
              </a:spcAft>
              <a:defRPr sz="1100" b="1" i="0">
                <a:solidFill>
                  <a:srgbClr val="181E26"/>
                </a:solidFill>
                <a:latin typeface="Aptos"/>
              </a:defRPr>
            </a:pPr>
            <a:r>
              <a:t>false negatives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9664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30352" y="329184"/>
            <a:ext cx="1417320" cy="329184"/>
          </a:xfrm>
          <a:prstGeom prst="rect">
            <a:avLst/>
          </a:prstGeom>
          <a:solidFill>
            <a:srgbClr val="9664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384048"/>
            <a:ext cx="1188720" cy="219456"/>
          </a:xfrm>
          <a:prstGeom prst="rect">
            <a:avLst/>
          </a:prstGeom>
          <a:noFill/>
        </p:spPr>
        <p:txBody>
          <a:bodyPr wrap="square" anchor="t">
            <a:spAutoFit/>
          </a:bodyPr>
          <a:lstStyle/>
          <a:p>
            <a:pPr algn="l">
              <a:spcAft>
                <a:spcPts val="0"/>
              </a:spcAft>
              <a:defRPr sz="1100" b="1" i="0">
                <a:solidFill>
                  <a:srgbClr val="FFFFFF"/>
                </a:solidFill>
                <a:latin typeface="Aptos"/>
              </a:defRPr>
            </a:pPr>
            <a:r>
              <a:t>EXAMPLE</a:t>
            </a:r>
          </a:p>
        </p:txBody>
      </p:sp>
      <p:sp>
        <p:nvSpPr>
          <p:cNvPr id="5" name="TextBox 4"/>
          <p:cNvSpPr txBox="1"/>
          <p:nvPr/>
        </p:nvSpPr>
        <p:spPr>
          <a:xfrm>
            <a:off x="8887968" y="393192"/>
            <a:ext cx="2788920" cy="228600"/>
          </a:xfrm>
          <a:prstGeom prst="rect">
            <a:avLst/>
          </a:prstGeom>
          <a:noFill/>
        </p:spPr>
        <p:txBody>
          <a:bodyPr wrap="square" anchor="t">
            <a:spAutoFit/>
          </a:bodyPr>
          <a:lstStyle/>
          <a:p>
            <a:pPr algn="r">
              <a:spcAft>
                <a:spcPts val="0"/>
              </a:spcAft>
              <a:defRPr sz="1200" b="1" i="0">
                <a:solidFill>
                  <a:srgbClr val="966405"/>
                </a:solidFill>
                <a:latin typeface="Aptos"/>
              </a:defRPr>
            </a:pPr>
            <a:r>
              <a:t>EXAMPLE | 09 / 18</a:t>
            </a:r>
          </a:p>
        </p:txBody>
      </p:sp>
      <p:sp>
        <p:nvSpPr>
          <p:cNvPr id="6" name="TextBox 5"/>
          <p:cNvSpPr txBox="1"/>
          <p:nvPr/>
        </p:nvSpPr>
        <p:spPr>
          <a:xfrm>
            <a:off x="530352" y="566928"/>
            <a:ext cx="10515600" cy="530352"/>
          </a:xfrm>
          <a:prstGeom prst="rect">
            <a:avLst/>
          </a:prstGeom>
          <a:noFill/>
        </p:spPr>
        <p:txBody>
          <a:bodyPr wrap="square" anchor="t">
            <a:spAutoFit/>
          </a:bodyPr>
          <a:lstStyle/>
          <a:p>
            <a:pPr algn="l">
              <a:spcAft>
                <a:spcPts val="0"/>
              </a:spcAft>
              <a:defRPr sz="2800" b="1" i="0">
                <a:solidFill>
                  <a:srgbClr val="181E26"/>
                </a:solidFill>
                <a:latin typeface="Aptos"/>
              </a:defRPr>
            </a:pPr>
            <a:r>
              <a:t>Illustrative composite: Collaborator PR (S1)</a:t>
            </a:r>
          </a:p>
        </p:txBody>
      </p:sp>
      <p:sp>
        <p:nvSpPr>
          <p:cNvPr id="7" name="Rectangle 6"/>
          <p:cNvSpPr/>
          <p:nvPr/>
        </p:nvSpPr>
        <p:spPr>
          <a:xfrm>
            <a:off x="530352" y="1207008"/>
            <a:ext cx="11192256" cy="9144"/>
          </a:xfrm>
          <a:prstGeom prst="rect">
            <a:avLst/>
          </a:prstGeom>
          <a:solidFill>
            <a:srgbClr val="BE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30352" y="1417320"/>
            <a:ext cx="2647188" cy="3337560"/>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30352" y="1417320"/>
            <a:ext cx="2647188" cy="91440"/>
          </a:xfrm>
          <a:prstGeom prst="rect">
            <a:avLst/>
          </a:prstGeom>
          <a:solidFill>
            <a:srgbClr val="006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19" y="1664208"/>
            <a:ext cx="2244852" cy="274320"/>
          </a:xfrm>
          <a:prstGeom prst="rect">
            <a:avLst/>
          </a:prstGeom>
          <a:noFill/>
        </p:spPr>
        <p:txBody>
          <a:bodyPr wrap="square" anchor="t">
            <a:spAutoFit/>
          </a:bodyPr>
          <a:lstStyle/>
          <a:p>
            <a:pPr algn="l">
              <a:spcAft>
                <a:spcPts val="0"/>
              </a:spcAft>
              <a:defRPr sz="1200" b="1" i="0">
                <a:solidFill>
                  <a:srgbClr val="006C62"/>
                </a:solidFill>
                <a:latin typeface="Aptos"/>
              </a:defRPr>
            </a:pPr>
            <a:r>
              <a:t>STEP 1</a:t>
            </a:r>
          </a:p>
        </p:txBody>
      </p:sp>
      <p:sp>
        <p:nvSpPr>
          <p:cNvPr id="11" name="TextBox 10"/>
          <p:cNvSpPr txBox="1"/>
          <p:nvPr/>
        </p:nvSpPr>
        <p:spPr>
          <a:xfrm>
            <a:off x="731519" y="2075688"/>
            <a:ext cx="2244852" cy="658368"/>
          </a:xfrm>
          <a:prstGeom prst="rect">
            <a:avLst/>
          </a:prstGeom>
          <a:noFill/>
        </p:spPr>
        <p:txBody>
          <a:bodyPr wrap="square" anchor="t">
            <a:spAutoFit/>
          </a:bodyPr>
          <a:lstStyle/>
          <a:p>
            <a:pPr algn="l">
              <a:spcAft>
                <a:spcPts val="0"/>
              </a:spcAft>
              <a:defRPr sz="2200" b="1" i="0">
                <a:solidFill>
                  <a:srgbClr val="181E26"/>
                </a:solidFill>
                <a:latin typeface="Aptos"/>
              </a:defRPr>
            </a:pPr>
            <a:r>
              <a:t>Agent commits</a:t>
            </a:r>
          </a:p>
        </p:txBody>
      </p:sp>
      <p:sp>
        <p:nvSpPr>
          <p:cNvPr id="12" name="TextBox 11"/>
          <p:cNvSpPr txBox="1"/>
          <p:nvPr/>
        </p:nvSpPr>
        <p:spPr>
          <a:xfrm>
            <a:off x="731519" y="2898648"/>
            <a:ext cx="2244852" cy="1764791"/>
          </a:xfrm>
          <a:prstGeom prst="rect">
            <a:avLst/>
          </a:prstGeom>
          <a:noFill/>
        </p:spPr>
        <p:txBody>
          <a:bodyPr wrap="square" lIns="38100" tIns="25400" rIns="38100">
            <a:spAutoFit/>
          </a:bodyPr>
          <a:lstStyle/>
          <a:p>
            <a:pPr>
              <a:spcAft>
                <a:spcPts val="600"/>
              </a:spcAft>
              <a:defRPr sz="1600">
                <a:solidFill>
                  <a:srgbClr val="3A4452"/>
                </a:solidFill>
                <a:latin typeface="Aptos"/>
              </a:defRPr>
            </a:pPr>
            <a:r>
              <a:t>agent-authored changes appear in the PR history</a:t>
            </a:r>
          </a:p>
        </p:txBody>
      </p:sp>
      <p:sp>
        <p:nvSpPr>
          <p:cNvPr id="13" name="Rectangle 12"/>
          <p:cNvSpPr/>
          <p:nvPr/>
        </p:nvSpPr>
        <p:spPr>
          <a:xfrm>
            <a:off x="3378708" y="1417320"/>
            <a:ext cx="2647188" cy="3337560"/>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78708" y="1417320"/>
            <a:ext cx="2647188" cy="91440"/>
          </a:xfrm>
          <a:prstGeom prst="rect">
            <a:avLst/>
          </a:prstGeom>
          <a:solidFill>
            <a:srgbClr val="005D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79876" y="1664208"/>
            <a:ext cx="2244852" cy="274320"/>
          </a:xfrm>
          <a:prstGeom prst="rect">
            <a:avLst/>
          </a:prstGeom>
          <a:noFill/>
        </p:spPr>
        <p:txBody>
          <a:bodyPr wrap="square" anchor="t">
            <a:spAutoFit/>
          </a:bodyPr>
          <a:lstStyle/>
          <a:p>
            <a:pPr algn="l">
              <a:spcAft>
                <a:spcPts val="0"/>
              </a:spcAft>
              <a:defRPr sz="1200" b="1" i="0">
                <a:solidFill>
                  <a:srgbClr val="005DAA"/>
                </a:solidFill>
                <a:latin typeface="Aptos"/>
              </a:defRPr>
            </a:pPr>
            <a:r>
              <a:t>STEP 2</a:t>
            </a:r>
          </a:p>
        </p:txBody>
      </p:sp>
      <p:sp>
        <p:nvSpPr>
          <p:cNvPr id="16" name="TextBox 15"/>
          <p:cNvSpPr txBox="1"/>
          <p:nvPr/>
        </p:nvSpPr>
        <p:spPr>
          <a:xfrm>
            <a:off x="3579876" y="2075688"/>
            <a:ext cx="2244852" cy="658368"/>
          </a:xfrm>
          <a:prstGeom prst="rect">
            <a:avLst/>
          </a:prstGeom>
          <a:noFill/>
        </p:spPr>
        <p:txBody>
          <a:bodyPr wrap="square" anchor="t">
            <a:spAutoFit/>
          </a:bodyPr>
          <a:lstStyle/>
          <a:p>
            <a:pPr algn="l">
              <a:spcAft>
                <a:spcPts val="0"/>
              </a:spcAft>
              <a:defRPr sz="2200" b="1" i="0">
                <a:solidFill>
                  <a:srgbClr val="181E26"/>
                </a:solidFill>
                <a:latin typeface="Aptos"/>
              </a:defRPr>
            </a:pPr>
            <a:r>
              <a:t>PR opened</a:t>
            </a:r>
          </a:p>
        </p:txBody>
      </p:sp>
      <p:sp>
        <p:nvSpPr>
          <p:cNvPr id="17" name="TextBox 16"/>
          <p:cNvSpPr txBox="1"/>
          <p:nvPr/>
        </p:nvSpPr>
        <p:spPr>
          <a:xfrm>
            <a:off x="3579876" y="2898648"/>
            <a:ext cx="2244852" cy="1764791"/>
          </a:xfrm>
          <a:prstGeom prst="rect">
            <a:avLst/>
          </a:prstGeom>
          <a:noFill/>
        </p:spPr>
        <p:txBody>
          <a:bodyPr wrap="square" lIns="38100" tIns="25400" rIns="38100">
            <a:spAutoFit/>
          </a:bodyPr>
          <a:lstStyle/>
          <a:p>
            <a:pPr>
              <a:spcAft>
                <a:spcPts val="600"/>
              </a:spcAft>
              <a:defRPr sz="1600">
                <a:solidFill>
                  <a:srgbClr val="3A4452"/>
                </a:solidFill>
                <a:latin typeface="Aptos"/>
              </a:defRPr>
            </a:pPr>
            <a:r>
              <a:t>the lifecycle trace begins as an observable review object</a:t>
            </a:r>
          </a:p>
        </p:txBody>
      </p:sp>
      <p:sp>
        <p:nvSpPr>
          <p:cNvPr id="18" name="Rectangle 17"/>
          <p:cNvSpPr/>
          <p:nvPr/>
        </p:nvSpPr>
        <p:spPr>
          <a:xfrm>
            <a:off x="6227064" y="1417320"/>
            <a:ext cx="2647188" cy="3337560"/>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27064" y="1417320"/>
            <a:ext cx="2647188" cy="91440"/>
          </a:xfrm>
          <a:prstGeom prst="rect">
            <a:avLst/>
          </a:prstGeom>
          <a:solidFill>
            <a:srgbClr val="9664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28232" y="1664208"/>
            <a:ext cx="2244852" cy="274320"/>
          </a:xfrm>
          <a:prstGeom prst="rect">
            <a:avLst/>
          </a:prstGeom>
          <a:noFill/>
        </p:spPr>
        <p:txBody>
          <a:bodyPr wrap="square" anchor="t">
            <a:spAutoFit/>
          </a:bodyPr>
          <a:lstStyle/>
          <a:p>
            <a:pPr algn="l">
              <a:spcAft>
                <a:spcPts val="0"/>
              </a:spcAft>
              <a:defRPr sz="1200" b="1" i="0">
                <a:solidFill>
                  <a:srgbClr val="966405"/>
                </a:solidFill>
                <a:latin typeface="Aptos"/>
              </a:defRPr>
            </a:pPr>
            <a:r>
              <a:t>STEP 3</a:t>
            </a:r>
          </a:p>
        </p:txBody>
      </p:sp>
      <p:sp>
        <p:nvSpPr>
          <p:cNvPr id="21" name="TextBox 20"/>
          <p:cNvSpPr txBox="1"/>
          <p:nvPr/>
        </p:nvSpPr>
        <p:spPr>
          <a:xfrm>
            <a:off x="6428232" y="2075688"/>
            <a:ext cx="2244852" cy="658368"/>
          </a:xfrm>
          <a:prstGeom prst="rect">
            <a:avLst/>
          </a:prstGeom>
          <a:noFill/>
        </p:spPr>
        <p:txBody>
          <a:bodyPr wrap="square" anchor="t">
            <a:spAutoFit/>
          </a:bodyPr>
          <a:lstStyle/>
          <a:p>
            <a:pPr algn="l">
              <a:spcAft>
                <a:spcPts val="0"/>
              </a:spcAft>
              <a:defRPr sz="2200" b="1" i="0">
                <a:solidFill>
                  <a:srgbClr val="181E26"/>
                </a:solidFill>
                <a:latin typeface="Aptos"/>
              </a:defRPr>
            </a:pPr>
            <a:r>
              <a:t>Human review</a:t>
            </a:r>
          </a:p>
        </p:txBody>
      </p:sp>
      <p:sp>
        <p:nvSpPr>
          <p:cNvPr id="22" name="TextBox 21"/>
          <p:cNvSpPr txBox="1"/>
          <p:nvPr/>
        </p:nvSpPr>
        <p:spPr>
          <a:xfrm>
            <a:off x="6428232" y="2898648"/>
            <a:ext cx="2244852" cy="1764791"/>
          </a:xfrm>
          <a:prstGeom prst="rect">
            <a:avLst/>
          </a:prstGeom>
          <a:noFill/>
        </p:spPr>
        <p:txBody>
          <a:bodyPr wrap="square" lIns="38100" tIns="25400" rIns="38100">
            <a:spAutoFit/>
          </a:bodyPr>
          <a:lstStyle/>
          <a:p>
            <a:pPr>
              <a:spcAft>
                <a:spcPts val="600"/>
              </a:spcAft>
              <a:defRPr sz="1600">
                <a:solidFill>
                  <a:srgbClr val="3A4452"/>
                </a:solidFill>
                <a:latin typeface="Aptos"/>
              </a:defRPr>
            </a:pPr>
            <a:r>
              <a:t>review routing makes governance work visible</a:t>
            </a:r>
          </a:p>
        </p:txBody>
      </p:sp>
      <p:sp>
        <p:nvSpPr>
          <p:cNvPr id="23" name="Rectangle 22"/>
          <p:cNvSpPr/>
          <p:nvPr/>
        </p:nvSpPr>
        <p:spPr>
          <a:xfrm>
            <a:off x="9075420" y="1417320"/>
            <a:ext cx="2647188" cy="3337560"/>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075420" y="1417320"/>
            <a:ext cx="2647188" cy="914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276588" y="1664208"/>
            <a:ext cx="2244852" cy="274320"/>
          </a:xfrm>
          <a:prstGeom prst="rect">
            <a:avLst/>
          </a:prstGeom>
          <a:noFill/>
        </p:spPr>
        <p:txBody>
          <a:bodyPr wrap="square" anchor="t">
            <a:spAutoFit/>
          </a:bodyPr>
          <a:lstStyle/>
          <a:p>
            <a:pPr algn="l">
              <a:spcAft>
                <a:spcPts val="0"/>
              </a:spcAft>
              <a:defRPr sz="1200" b="1" i="0">
                <a:solidFill>
                  <a:srgbClr val="27AE60"/>
                </a:solidFill>
                <a:latin typeface="Aptos"/>
              </a:defRPr>
            </a:pPr>
            <a:r>
              <a:t>STEP 4</a:t>
            </a:r>
          </a:p>
        </p:txBody>
      </p:sp>
      <p:sp>
        <p:nvSpPr>
          <p:cNvPr id="26" name="TextBox 25"/>
          <p:cNvSpPr txBox="1"/>
          <p:nvPr/>
        </p:nvSpPr>
        <p:spPr>
          <a:xfrm>
            <a:off x="9276588" y="2075688"/>
            <a:ext cx="2244852" cy="658368"/>
          </a:xfrm>
          <a:prstGeom prst="rect">
            <a:avLst/>
          </a:prstGeom>
          <a:noFill/>
        </p:spPr>
        <p:txBody>
          <a:bodyPr wrap="square" anchor="t">
            <a:spAutoFit/>
          </a:bodyPr>
          <a:lstStyle/>
          <a:p>
            <a:pPr algn="l">
              <a:spcAft>
                <a:spcPts val="0"/>
              </a:spcAft>
              <a:defRPr sz="2200" b="1" i="0">
                <a:solidFill>
                  <a:srgbClr val="181E26"/>
                </a:solidFill>
                <a:latin typeface="Aptos"/>
              </a:defRPr>
            </a:pPr>
            <a:r>
              <a:t>Human merge</a:t>
            </a:r>
          </a:p>
        </p:txBody>
      </p:sp>
      <p:sp>
        <p:nvSpPr>
          <p:cNvPr id="27" name="TextBox 26"/>
          <p:cNvSpPr txBox="1"/>
          <p:nvPr/>
        </p:nvSpPr>
        <p:spPr>
          <a:xfrm>
            <a:off x="9276588" y="2898648"/>
            <a:ext cx="2244852" cy="1764791"/>
          </a:xfrm>
          <a:prstGeom prst="rect">
            <a:avLst/>
          </a:prstGeom>
          <a:noFill/>
        </p:spPr>
        <p:txBody>
          <a:bodyPr wrap="square" lIns="38100" tIns="25400" rIns="38100">
            <a:spAutoFit/>
          </a:bodyPr>
          <a:lstStyle/>
          <a:p>
            <a:pPr>
              <a:spcAft>
                <a:spcPts val="600"/>
              </a:spcAft>
              <a:defRPr sz="1600">
                <a:solidFill>
                  <a:srgbClr val="3A4452"/>
                </a:solidFill>
                <a:latin typeface="Aptos"/>
              </a:defRPr>
            </a:pPr>
            <a:r>
              <a:t>authorization remains with a human approver</a:t>
            </a:r>
          </a:p>
        </p:txBody>
      </p:sp>
      <p:sp>
        <p:nvSpPr>
          <p:cNvPr id="28" name="Rectangle 27"/>
          <p:cNvSpPr/>
          <p:nvPr/>
        </p:nvSpPr>
        <p:spPr>
          <a:xfrm>
            <a:off x="530352" y="5074920"/>
            <a:ext cx="11192256" cy="502920"/>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13232" y="5166360"/>
            <a:ext cx="10826496" cy="329184"/>
          </a:xfrm>
          <a:prstGeom prst="rect">
            <a:avLst/>
          </a:prstGeom>
          <a:noFill/>
        </p:spPr>
        <p:txBody>
          <a:bodyPr wrap="square" anchor="t">
            <a:spAutoFit/>
          </a:bodyPr>
          <a:lstStyle/>
          <a:p>
            <a:pPr algn="ctr">
              <a:spcAft>
                <a:spcPts val="0"/>
              </a:spcAft>
              <a:defRPr sz="1300" b="1" i="0">
                <a:solidFill>
                  <a:srgbClr val="3A4452"/>
                </a:solidFill>
                <a:latin typeface="Aptos"/>
              </a:defRPr>
            </a:pPr>
            <a:r>
              <a:t>Illustrative composite - aggregate Copilot-style S1 pattern synthesized from scenario definitions; not a single quoted repository PR.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9664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30352" y="329184"/>
            <a:ext cx="1417320" cy="329184"/>
          </a:xfrm>
          <a:prstGeom prst="rect">
            <a:avLst/>
          </a:prstGeom>
          <a:solidFill>
            <a:srgbClr val="9664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384048"/>
            <a:ext cx="1188720" cy="219456"/>
          </a:xfrm>
          <a:prstGeom prst="rect">
            <a:avLst/>
          </a:prstGeom>
          <a:noFill/>
        </p:spPr>
        <p:txBody>
          <a:bodyPr wrap="square" anchor="t">
            <a:spAutoFit/>
          </a:bodyPr>
          <a:lstStyle/>
          <a:p>
            <a:pPr algn="l">
              <a:spcAft>
                <a:spcPts val="0"/>
              </a:spcAft>
              <a:defRPr sz="1100" b="1" i="0">
                <a:solidFill>
                  <a:srgbClr val="FFFFFF"/>
                </a:solidFill>
                <a:latin typeface="Aptos"/>
              </a:defRPr>
            </a:pPr>
            <a:r>
              <a:t>TAXONOMY</a:t>
            </a:r>
          </a:p>
        </p:txBody>
      </p:sp>
      <p:sp>
        <p:nvSpPr>
          <p:cNvPr id="5" name="TextBox 4"/>
          <p:cNvSpPr txBox="1"/>
          <p:nvPr/>
        </p:nvSpPr>
        <p:spPr>
          <a:xfrm>
            <a:off x="8887968" y="393192"/>
            <a:ext cx="2788920" cy="228600"/>
          </a:xfrm>
          <a:prstGeom prst="rect">
            <a:avLst/>
          </a:prstGeom>
          <a:noFill/>
        </p:spPr>
        <p:txBody>
          <a:bodyPr wrap="square" anchor="t">
            <a:spAutoFit/>
          </a:bodyPr>
          <a:lstStyle/>
          <a:p>
            <a:pPr algn="r">
              <a:spcAft>
                <a:spcPts val="0"/>
              </a:spcAft>
              <a:defRPr sz="1200" b="1" i="0">
                <a:solidFill>
                  <a:srgbClr val="966405"/>
                </a:solidFill>
                <a:latin typeface="Aptos"/>
              </a:defRPr>
            </a:pPr>
            <a:r>
              <a:t>TAXONOMY | 10 / 18</a:t>
            </a:r>
          </a:p>
        </p:txBody>
      </p:sp>
      <p:sp>
        <p:nvSpPr>
          <p:cNvPr id="6" name="TextBox 5"/>
          <p:cNvSpPr txBox="1"/>
          <p:nvPr/>
        </p:nvSpPr>
        <p:spPr>
          <a:xfrm>
            <a:off x="530352" y="566928"/>
            <a:ext cx="10515600" cy="530352"/>
          </a:xfrm>
          <a:prstGeom prst="rect">
            <a:avLst/>
          </a:prstGeom>
          <a:noFill/>
        </p:spPr>
        <p:txBody>
          <a:bodyPr wrap="square" anchor="t">
            <a:spAutoFit/>
          </a:bodyPr>
          <a:lstStyle/>
          <a:p>
            <a:pPr algn="l">
              <a:spcAft>
                <a:spcPts val="0"/>
              </a:spcAft>
              <a:defRPr sz="2800" b="1" i="0">
                <a:solidFill>
                  <a:srgbClr val="181E26"/>
                </a:solidFill>
                <a:latin typeface="Aptos"/>
              </a:defRPr>
            </a:pPr>
            <a:r>
              <a:t>Initiator x Approver: six scenarios</a:t>
            </a:r>
          </a:p>
        </p:txBody>
      </p:sp>
      <p:sp>
        <p:nvSpPr>
          <p:cNvPr id="7" name="Rectangle 6"/>
          <p:cNvSpPr/>
          <p:nvPr/>
        </p:nvSpPr>
        <p:spPr>
          <a:xfrm>
            <a:off x="530352" y="1207008"/>
            <a:ext cx="11192256" cy="9144"/>
          </a:xfrm>
          <a:prstGeom prst="rect">
            <a:avLst/>
          </a:prstGeom>
          <a:solidFill>
            <a:srgbClr val="BE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30352" y="1417320"/>
            <a:ext cx="3596640" cy="3977639"/>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30352" y="1417320"/>
            <a:ext cx="3596640" cy="91440"/>
          </a:xfrm>
          <a:prstGeom prst="rect">
            <a:avLst/>
          </a:prstGeom>
          <a:solidFill>
            <a:srgbClr val="006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19" y="1664208"/>
            <a:ext cx="3194304" cy="274320"/>
          </a:xfrm>
          <a:prstGeom prst="rect">
            <a:avLst/>
          </a:prstGeom>
          <a:noFill/>
        </p:spPr>
        <p:txBody>
          <a:bodyPr wrap="square" anchor="t">
            <a:spAutoFit/>
          </a:bodyPr>
          <a:lstStyle/>
          <a:p>
            <a:pPr algn="l">
              <a:spcAft>
                <a:spcPts val="0"/>
              </a:spcAft>
              <a:defRPr sz="1200" b="1" i="0">
                <a:solidFill>
                  <a:srgbClr val="006C62"/>
                </a:solidFill>
                <a:latin typeface="Aptos"/>
              </a:defRPr>
            </a:pPr>
            <a:r>
              <a:t>AGENT-INITIATED</a:t>
            </a:r>
          </a:p>
        </p:txBody>
      </p:sp>
      <p:sp>
        <p:nvSpPr>
          <p:cNvPr id="11" name="TextBox 10"/>
          <p:cNvSpPr txBox="1"/>
          <p:nvPr/>
        </p:nvSpPr>
        <p:spPr>
          <a:xfrm>
            <a:off x="731519" y="2075688"/>
            <a:ext cx="3194304" cy="658368"/>
          </a:xfrm>
          <a:prstGeom prst="rect">
            <a:avLst/>
          </a:prstGeom>
          <a:noFill/>
        </p:spPr>
        <p:txBody>
          <a:bodyPr wrap="square" anchor="t">
            <a:spAutoFit/>
          </a:bodyPr>
          <a:lstStyle/>
          <a:p>
            <a:pPr algn="l">
              <a:spcAft>
                <a:spcPts val="0"/>
              </a:spcAft>
              <a:defRPr sz="2200" b="1" i="0">
                <a:solidFill>
                  <a:srgbClr val="181E26"/>
                </a:solidFill>
                <a:latin typeface="Aptos"/>
              </a:defRPr>
            </a:pPr>
            <a:r>
              <a:t>S1 / S2 / S3</a:t>
            </a:r>
          </a:p>
        </p:txBody>
      </p:sp>
      <p:sp>
        <p:nvSpPr>
          <p:cNvPr id="12" name="TextBox 11"/>
          <p:cNvSpPr txBox="1"/>
          <p:nvPr/>
        </p:nvSpPr>
        <p:spPr>
          <a:xfrm>
            <a:off x="731519" y="2898648"/>
            <a:ext cx="3194304" cy="2404871"/>
          </a:xfrm>
          <a:prstGeom prst="rect">
            <a:avLst/>
          </a:prstGeom>
          <a:noFill/>
        </p:spPr>
        <p:txBody>
          <a:bodyPr wrap="square" lIns="38100" tIns="25400" rIns="38100">
            <a:spAutoFit/>
          </a:bodyPr>
          <a:lstStyle/>
          <a:p>
            <a:pPr>
              <a:spcAft>
                <a:spcPts val="600"/>
              </a:spcAft>
              <a:defRPr sz="1600">
                <a:solidFill>
                  <a:srgbClr val="3A4452"/>
                </a:solidFill>
                <a:latin typeface="Aptos"/>
              </a:defRPr>
            </a:pPr>
            <a:r>
              <a:t>human-approved</a:t>
            </a:r>
          </a:p>
          <a:p>
            <a:pPr>
              <a:spcAft>
                <a:spcPts val="600"/>
              </a:spcAft>
              <a:defRPr sz="1600">
                <a:solidFill>
                  <a:srgbClr val="3A4452"/>
                </a:solidFill>
                <a:latin typeface="Aptos"/>
              </a:defRPr>
            </a:pPr>
            <a:r>
              <a:t>agent-approved</a:t>
            </a:r>
          </a:p>
          <a:p>
            <a:pPr>
              <a:spcAft>
                <a:spcPts val="600"/>
              </a:spcAft>
              <a:defRPr sz="1600">
                <a:solidFill>
                  <a:srgbClr val="3A4452"/>
                </a:solidFill>
                <a:latin typeface="Aptos"/>
              </a:defRPr>
            </a:pPr>
            <a:r>
              <a:t>not merged</a:t>
            </a:r>
          </a:p>
        </p:txBody>
      </p:sp>
      <p:sp>
        <p:nvSpPr>
          <p:cNvPr id="13" name="Rectangle 12"/>
          <p:cNvSpPr/>
          <p:nvPr/>
        </p:nvSpPr>
        <p:spPr>
          <a:xfrm>
            <a:off x="4328160" y="1417320"/>
            <a:ext cx="3596640" cy="3977639"/>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28160" y="1417320"/>
            <a:ext cx="3596640" cy="91440"/>
          </a:xfrm>
          <a:prstGeom prst="rect">
            <a:avLst/>
          </a:prstGeom>
          <a:solidFill>
            <a:srgbClr val="005D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29328" y="1664208"/>
            <a:ext cx="3194304" cy="274320"/>
          </a:xfrm>
          <a:prstGeom prst="rect">
            <a:avLst/>
          </a:prstGeom>
          <a:noFill/>
        </p:spPr>
        <p:txBody>
          <a:bodyPr wrap="square" anchor="t">
            <a:spAutoFit/>
          </a:bodyPr>
          <a:lstStyle/>
          <a:p>
            <a:pPr algn="l">
              <a:spcAft>
                <a:spcPts val="0"/>
              </a:spcAft>
              <a:defRPr sz="1200" b="1" i="0">
                <a:solidFill>
                  <a:srgbClr val="005DAA"/>
                </a:solidFill>
                <a:latin typeface="Aptos"/>
              </a:defRPr>
            </a:pPr>
            <a:r>
              <a:t>HUMAN-INITIATED</a:t>
            </a:r>
          </a:p>
        </p:txBody>
      </p:sp>
      <p:sp>
        <p:nvSpPr>
          <p:cNvPr id="16" name="TextBox 15"/>
          <p:cNvSpPr txBox="1"/>
          <p:nvPr/>
        </p:nvSpPr>
        <p:spPr>
          <a:xfrm>
            <a:off x="4529328" y="2075688"/>
            <a:ext cx="3194304" cy="658368"/>
          </a:xfrm>
          <a:prstGeom prst="rect">
            <a:avLst/>
          </a:prstGeom>
          <a:noFill/>
        </p:spPr>
        <p:txBody>
          <a:bodyPr wrap="square" anchor="t">
            <a:spAutoFit/>
          </a:bodyPr>
          <a:lstStyle/>
          <a:p>
            <a:pPr algn="l">
              <a:spcAft>
                <a:spcPts val="0"/>
              </a:spcAft>
              <a:defRPr sz="2200" b="1" i="0">
                <a:solidFill>
                  <a:srgbClr val="181E26"/>
                </a:solidFill>
                <a:latin typeface="Aptos"/>
              </a:defRPr>
            </a:pPr>
            <a:r>
              <a:t>S4 / S5 / S6</a:t>
            </a:r>
          </a:p>
        </p:txBody>
      </p:sp>
      <p:sp>
        <p:nvSpPr>
          <p:cNvPr id="17" name="TextBox 16"/>
          <p:cNvSpPr txBox="1"/>
          <p:nvPr/>
        </p:nvSpPr>
        <p:spPr>
          <a:xfrm>
            <a:off x="4529328" y="2898648"/>
            <a:ext cx="3194304" cy="2404871"/>
          </a:xfrm>
          <a:prstGeom prst="rect">
            <a:avLst/>
          </a:prstGeom>
          <a:noFill/>
        </p:spPr>
        <p:txBody>
          <a:bodyPr wrap="square" lIns="38100" tIns="25400" rIns="38100">
            <a:spAutoFit/>
          </a:bodyPr>
          <a:lstStyle/>
          <a:p>
            <a:pPr>
              <a:spcAft>
                <a:spcPts val="600"/>
              </a:spcAft>
              <a:defRPr sz="1600">
                <a:solidFill>
                  <a:srgbClr val="3A4452"/>
                </a:solidFill>
                <a:latin typeface="Aptos"/>
              </a:defRPr>
            </a:pPr>
            <a:r>
              <a:t>human-approved</a:t>
            </a:r>
          </a:p>
          <a:p>
            <a:pPr>
              <a:spcAft>
                <a:spcPts val="600"/>
              </a:spcAft>
              <a:defRPr sz="1600">
                <a:solidFill>
                  <a:srgbClr val="3A4452"/>
                </a:solidFill>
                <a:latin typeface="Aptos"/>
              </a:defRPr>
            </a:pPr>
            <a:r>
              <a:t>agent-approved</a:t>
            </a:r>
          </a:p>
          <a:p>
            <a:pPr>
              <a:spcAft>
                <a:spcPts val="600"/>
              </a:spcAft>
              <a:defRPr sz="1600">
                <a:solidFill>
                  <a:srgbClr val="3A4452"/>
                </a:solidFill>
                <a:latin typeface="Aptos"/>
              </a:defRPr>
            </a:pPr>
            <a:r>
              <a:t>not merged</a:t>
            </a:r>
          </a:p>
        </p:txBody>
      </p:sp>
      <p:sp>
        <p:nvSpPr>
          <p:cNvPr id="18" name="Rectangle 17"/>
          <p:cNvSpPr/>
          <p:nvPr/>
        </p:nvSpPr>
        <p:spPr>
          <a:xfrm>
            <a:off x="8125968" y="1417320"/>
            <a:ext cx="3596640" cy="3977639"/>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25968" y="1417320"/>
            <a:ext cx="3596640" cy="91440"/>
          </a:xfrm>
          <a:prstGeom prst="rect">
            <a:avLst/>
          </a:prstGeom>
          <a:solidFill>
            <a:srgbClr val="9664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7136" y="1664208"/>
            <a:ext cx="3194304" cy="274320"/>
          </a:xfrm>
          <a:prstGeom prst="rect">
            <a:avLst/>
          </a:prstGeom>
          <a:noFill/>
        </p:spPr>
        <p:txBody>
          <a:bodyPr wrap="square" anchor="t">
            <a:spAutoFit/>
          </a:bodyPr>
          <a:lstStyle/>
          <a:p>
            <a:pPr algn="l">
              <a:spcAft>
                <a:spcPts val="0"/>
              </a:spcAft>
              <a:defRPr sz="1200" b="1" i="0">
                <a:solidFill>
                  <a:srgbClr val="966405"/>
                </a:solidFill>
                <a:latin typeface="Aptos"/>
              </a:defRPr>
            </a:pPr>
            <a:r>
              <a:t>TOOL SPLIT</a:t>
            </a:r>
          </a:p>
        </p:txBody>
      </p:sp>
      <p:sp>
        <p:nvSpPr>
          <p:cNvPr id="21" name="TextBox 20"/>
          <p:cNvSpPr txBox="1"/>
          <p:nvPr/>
        </p:nvSpPr>
        <p:spPr>
          <a:xfrm>
            <a:off x="8327136" y="2075688"/>
            <a:ext cx="3194304" cy="658368"/>
          </a:xfrm>
          <a:prstGeom prst="rect">
            <a:avLst/>
          </a:prstGeom>
          <a:noFill/>
        </p:spPr>
        <p:txBody>
          <a:bodyPr wrap="square" anchor="t">
            <a:spAutoFit/>
          </a:bodyPr>
          <a:lstStyle/>
          <a:p>
            <a:pPr algn="l">
              <a:spcAft>
                <a:spcPts val="0"/>
              </a:spcAft>
              <a:defRPr sz="2200" b="1" i="0">
                <a:solidFill>
                  <a:srgbClr val="181E26"/>
                </a:solidFill>
                <a:latin typeface="Aptos"/>
              </a:defRPr>
            </a:pPr>
            <a:r>
              <a:t>&gt;=90%</a:t>
            </a:r>
          </a:p>
        </p:txBody>
      </p:sp>
      <p:sp>
        <p:nvSpPr>
          <p:cNvPr id="22" name="TextBox 21"/>
          <p:cNvSpPr txBox="1"/>
          <p:nvPr/>
        </p:nvSpPr>
        <p:spPr>
          <a:xfrm>
            <a:off x="8327136" y="2898648"/>
            <a:ext cx="3194304" cy="2404871"/>
          </a:xfrm>
          <a:prstGeom prst="rect">
            <a:avLst/>
          </a:prstGeom>
          <a:noFill/>
        </p:spPr>
        <p:txBody>
          <a:bodyPr wrap="square" lIns="38100" tIns="25400" rIns="38100">
            <a:spAutoFit/>
          </a:bodyPr>
          <a:lstStyle/>
          <a:p>
            <a:pPr>
              <a:spcAft>
                <a:spcPts val="600"/>
              </a:spcAft>
              <a:defRPr sz="1600">
                <a:solidFill>
                  <a:srgbClr val="3A4452"/>
                </a:solidFill>
                <a:latin typeface="Aptos"/>
              </a:defRPr>
            </a:pPr>
            <a:r>
              <a:t>Collaborators cluster in S1-S3</a:t>
            </a:r>
          </a:p>
          <a:p>
            <a:pPr>
              <a:spcAft>
                <a:spcPts val="600"/>
              </a:spcAft>
              <a:defRPr sz="1600">
                <a:solidFill>
                  <a:srgbClr val="3A4452"/>
                </a:solidFill>
                <a:latin typeface="Aptos"/>
              </a:defRPr>
            </a:pPr>
            <a:r>
              <a:t>Assistants cluster in S4-S6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5D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30352" y="329184"/>
            <a:ext cx="1417320" cy="329184"/>
          </a:xfrm>
          <a:prstGeom prst="rect">
            <a:avLst/>
          </a:prstGeom>
          <a:solidFill>
            <a:srgbClr val="005D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384048"/>
            <a:ext cx="1188720" cy="219456"/>
          </a:xfrm>
          <a:prstGeom prst="rect">
            <a:avLst/>
          </a:prstGeom>
          <a:noFill/>
        </p:spPr>
        <p:txBody>
          <a:bodyPr wrap="square" anchor="t">
            <a:spAutoFit/>
          </a:bodyPr>
          <a:lstStyle/>
          <a:p>
            <a:pPr algn="l">
              <a:spcAft>
                <a:spcPts val="0"/>
              </a:spcAft>
              <a:defRPr sz="1100" b="1" i="0">
                <a:solidFill>
                  <a:srgbClr val="FFFFFF"/>
                </a:solidFill>
                <a:latin typeface="Aptos"/>
              </a:defRPr>
            </a:pPr>
            <a:r>
              <a:t>SPECTRUM</a:t>
            </a:r>
          </a:p>
        </p:txBody>
      </p:sp>
      <p:sp>
        <p:nvSpPr>
          <p:cNvPr id="5" name="TextBox 4"/>
          <p:cNvSpPr txBox="1"/>
          <p:nvPr/>
        </p:nvSpPr>
        <p:spPr>
          <a:xfrm>
            <a:off x="8887968" y="393192"/>
            <a:ext cx="2788920" cy="228600"/>
          </a:xfrm>
          <a:prstGeom prst="rect">
            <a:avLst/>
          </a:prstGeom>
          <a:noFill/>
        </p:spPr>
        <p:txBody>
          <a:bodyPr wrap="square" anchor="t">
            <a:spAutoFit/>
          </a:bodyPr>
          <a:lstStyle/>
          <a:p>
            <a:pPr algn="r">
              <a:spcAft>
                <a:spcPts val="0"/>
              </a:spcAft>
              <a:defRPr sz="1200" b="1" i="0">
                <a:solidFill>
                  <a:srgbClr val="005DAA"/>
                </a:solidFill>
                <a:latin typeface="Aptos"/>
              </a:defRPr>
            </a:pPr>
            <a:r>
              <a:t>SPECTRUM | 11 / 18</a:t>
            </a:r>
          </a:p>
        </p:txBody>
      </p:sp>
      <p:sp>
        <p:nvSpPr>
          <p:cNvPr id="6" name="TextBox 5"/>
          <p:cNvSpPr txBox="1"/>
          <p:nvPr/>
        </p:nvSpPr>
        <p:spPr>
          <a:xfrm>
            <a:off x="530352" y="566928"/>
            <a:ext cx="10515600" cy="530352"/>
          </a:xfrm>
          <a:prstGeom prst="rect">
            <a:avLst/>
          </a:prstGeom>
          <a:noFill/>
        </p:spPr>
        <p:txBody>
          <a:bodyPr wrap="square" anchor="t">
            <a:spAutoFit/>
          </a:bodyPr>
          <a:lstStyle/>
          <a:p>
            <a:pPr algn="l">
              <a:spcAft>
                <a:spcPts val="0"/>
              </a:spcAft>
              <a:defRPr sz="2800" b="1" i="0">
                <a:solidFill>
                  <a:srgbClr val="181E26"/>
                </a:solidFill>
                <a:latin typeface="Aptos"/>
              </a:defRPr>
            </a:pPr>
            <a:r>
              <a:t>The Collaborator-Assistant spectrum</a:t>
            </a:r>
          </a:p>
        </p:txBody>
      </p:sp>
      <p:sp>
        <p:nvSpPr>
          <p:cNvPr id="7" name="Rectangle 6"/>
          <p:cNvSpPr/>
          <p:nvPr/>
        </p:nvSpPr>
        <p:spPr>
          <a:xfrm>
            <a:off x="530352" y="1207008"/>
            <a:ext cx="11192256" cy="9144"/>
          </a:xfrm>
          <a:prstGeom prst="rect">
            <a:avLst/>
          </a:prstGeom>
          <a:solidFill>
            <a:srgbClr val="BE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Cramer's V = 0.50; chi-square rejects independence at p &lt; 0.001." title="The Collaborator-Assistant spectrum figure"/>
          <p:cNvPicPr>
            <a:picLocks noChangeAspect="1"/>
          </p:cNvPicPr>
          <p:nvPr/>
        </p:nvPicPr>
        <p:blipFill>
          <a:blip r:embed="rId2"/>
          <a:stretch>
            <a:fillRect/>
          </a:stretch>
        </p:blipFill>
        <p:spPr>
          <a:xfrm>
            <a:off x="699997" y="1417320"/>
            <a:ext cx="7204509" cy="4251960"/>
          </a:xfrm>
          <a:prstGeom prst="rect">
            <a:avLst/>
          </a:prstGeom>
        </p:spPr>
      </p:pic>
      <p:sp>
        <p:nvSpPr>
          <p:cNvPr id="9" name="Rectangle 8"/>
          <p:cNvSpPr/>
          <p:nvPr/>
        </p:nvSpPr>
        <p:spPr>
          <a:xfrm>
            <a:off x="8641080" y="1572768"/>
            <a:ext cx="2514600" cy="987552"/>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641080" y="1572768"/>
            <a:ext cx="73152" cy="987552"/>
          </a:xfrm>
          <a:prstGeom prst="rect">
            <a:avLst/>
          </a:prstGeom>
          <a:solidFill>
            <a:srgbClr val="005D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42248" y="1664208"/>
            <a:ext cx="2167128" cy="454273"/>
          </a:xfrm>
          <a:prstGeom prst="rect">
            <a:avLst/>
          </a:prstGeom>
          <a:noFill/>
        </p:spPr>
        <p:txBody>
          <a:bodyPr wrap="square" anchor="t">
            <a:spAutoFit/>
          </a:bodyPr>
          <a:lstStyle/>
          <a:p>
            <a:pPr algn="l">
              <a:spcAft>
                <a:spcPts val="0"/>
              </a:spcAft>
              <a:defRPr sz="1800" b="1" i="0">
                <a:solidFill>
                  <a:srgbClr val="005DAA"/>
                </a:solidFill>
                <a:latin typeface="Aptos"/>
              </a:defRPr>
            </a:pPr>
            <a:r>
              <a:t>0.50</a:t>
            </a:r>
          </a:p>
        </p:txBody>
      </p:sp>
      <p:sp>
        <p:nvSpPr>
          <p:cNvPr id="12" name="TextBox 11"/>
          <p:cNvSpPr txBox="1"/>
          <p:nvPr/>
        </p:nvSpPr>
        <p:spPr>
          <a:xfrm>
            <a:off x="8842248" y="2155057"/>
            <a:ext cx="2167128" cy="355518"/>
          </a:xfrm>
          <a:prstGeom prst="rect">
            <a:avLst/>
          </a:prstGeom>
          <a:noFill/>
        </p:spPr>
        <p:txBody>
          <a:bodyPr wrap="square" anchor="t">
            <a:spAutoFit/>
          </a:bodyPr>
          <a:lstStyle/>
          <a:p>
            <a:pPr algn="l">
              <a:spcAft>
                <a:spcPts val="0"/>
              </a:spcAft>
              <a:defRPr sz="1100" b="1" i="0">
                <a:solidFill>
                  <a:srgbClr val="181E26"/>
                </a:solidFill>
                <a:latin typeface="Aptos"/>
              </a:defRPr>
            </a:pPr>
            <a:r>
              <a:t>V</a:t>
            </a:r>
          </a:p>
        </p:txBody>
      </p:sp>
      <p:sp>
        <p:nvSpPr>
          <p:cNvPr id="13" name="Rectangle 12"/>
          <p:cNvSpPr/>
          <p:nvPr/>
        </p:nvSpPr>
        <p:spPr>
          <a:xfrm>
            <a:off x="8641080" y="2798064"/>
            <a:ext cx="2514600" cy="987552"/>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641080" y="2798064"/>
            <a:ext cx="73152" cy="987552"/>
          </a:xfrm>
          <a:prstGeom prst="rect">
            <a:avLst/>
          </a:prstGeom>
          <a:solidFill>
            <a:srgbClr val="006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42248" y="2889504"/>
            <a:ext cx="2167128" cy="454273"/>
          </a:xfrm>
          <a:prstGeom prst="rect">
            <a:avLst/>
          </a:prstGeom>
          <a:noFill/>
        </p:spPr>
        <p:txBody>
          <a:bodyPr wrap="square" anchor="t">
            <a:spAutoFit/>
          </a:bodyPr>
          <a:lstStyle/>
          <a:p>
            <a:pPr algn="l">
              <a:spcAft>
                <a:spcPts val="0"/>
              </a:spcAft>
              <a:defRPr sz="1800" b="1" i="0">
                <a:solidFill>
                  <a:srgbClr val="006C62"/>
                </a:solidFill>
                <a:latin typeface="Aptos"/>
              </a:defRPr>
            </a:pPr>
            <a:r>
              <a:t>&gt;=0.25 large</a:t>
            </a:r>
          </a:p>
        </p:txBody>
      </p:sp>
      <p:sp>
        <p:nvSpPr>
          <p:cNvPr id="16" name="TextBox 15"/>
          <p:cNvSpPr txBox="1"/>
          <p:nvPr/>
        </p:nvSpPr>
        <p:spPr>
          <a:xfrm>
            <a:off x="8842248" y="3380353"/>
            <a:ext cx="2167128" cy="355518"/>
          </a:xfrm>
          <a:prstGeom prst="rect">
            <a:avLst/>
          </a:prstGeom>
          <a:noFill/>
        </p:spPr>
        <p:txBody>
          <a:bodyPr wrap="square" anchor="t">
            <a:spAutoFit/>
          </a:bodyPr>
          <a:lstStyle/>
          <a:p>
            <a:pPr algn="l">
              <a:spcAft>
                <a:spcPts val="0"/>
              </a:spcAft>
              <a:defRPr sz="1100" b="1" i="0">
                <a:solidFill>
                  <a:srgbClr val="181E26"/>
                </a:solidFill>
                <a:latin typeface="Aptos"/>
              </a:defRPr>
            </a:pPr>
            <a:r>
              <a:t>threshold</a:t>
            </a:r>
          </a:p>
        </p:txBody>
      </p:sp>
      <p:sp>
        <p:nvSpPr>
          <p:cNvPr id="17" name="Rectangle 16"/>
          <p:cNvSpPr/>
          <p:nvPr/>
        </p:nvSpPr>
        <p:spPr>
          <a:xfrm>
            <a:off x="8641080" y="4023360"/>
            <a:ext cx="2514600" cy="987552"/>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641080" y="4023360"/>
            <a:ext cx="73152" cy="987552"/>
          </a:xfrm>
          <a:prstGeom prst="rect">
            <a:avLst/>
          </a:prstGeom>
          <a:solidFill>
            <a:srgbClr val="9664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842248" y="4114800"/>
            <a:ext cx="2167128" cy="454273"/>
          </a:xfrm>
          <a:prstGeom prst="rect">
            <a:avLst/>
          </a:prstGeom>
          <a:noFill/>
        </p:spPr>
        <p:txBody>
          <a:bodyPr wrap="square" anchor="t">
            <a:spAutoFit/>
          </a:bodyPr>
          <a:lstStyle/>
          <a:p>
            <a:pPr algn="l">
              <a:spcAft>
                <a:spcPts val="0"/>
              </a:spcAft>
              <a:defRPr sz="1800" b="1" i="0">
                <a:solidFill>
                  <a:srgbClr val="966405"/>
                </a:solidFill>
                <a:latin typeface="Aptos"/>
              </a:defRPr>
            </a:pPr>
            <a:r>
              <a:t>review vs direct</a:t>
            </a:r>
          </a:p>
        </p:txBody>
      </p:sp>
      <p:sp>
        <p:nvSpPr>
          <p:cNvPr id="20" name="TextBox 19"/>
          <p:cNvSpPr txBox="1"/>
          <p:nvPr/>
        </p:nvSpPr>
        <p:spPr>
          <a:xfrm>
            <a:off x="8842248" y="4605649"/>
            <a:ext cx="2167128" cy="355518"/>
          </a:xfrm>
          <a:prstGeom prst="rect">
            <a:avLst/>
          </a:prstGeom>
          <a:noFill/>
        </p:spPr>
        <p:txBody>
          <a:bodyPr wrap="square" anchor="t">
            <a:spAutoFit/>
          </a:bodyPr>
          <a:lstStyle/>
          <a:p>
            <a:pPr algn="l">
              <a:spcAft>
                <a:spcPts val="0"/>
              </a:spcAft>
              <a:defRPr sz="1100" b="1" i="0">
                <a:solidFill>
                  <a:srgbClr val="181E26"/>
                </a:solidFill>
                <a:latin typeface="Aptos"/>
              </a:defRPr>
            </a:pPr>
            <a:r>
              <a:t>contrast</a:t>
            </a:r>
          </a:p>
        </p:txBody>
      </p:sp>
      <p:sp>
        <p:nvSpPr>
          <p:cNvPr id="21" name="TextBox 20"/>
          <p:cNvSpPr txBox="1"/>
          <p:nvPr/>
        </p:nvSpPr>
        <p:spPr>
          <a:xfrm>
            <a:off x="530352" y="5650992"/>
            <a:ext cx="10515600" cy="274320"/>
          </a:xfrm>
          <a:prstGeom prst="rect">
            <a:avLst/>
          </a:prstGeom>
          <a:noFill/>
        </p:spPr>
        <p:txBody>
          <a:bodyPr wrap="square" anchor="t">
            <a:spAutoFit/>
          </a:bodyPr>
          <a:lstStyle/>
          <a:p>
            <a:pPr algn="l">
              <a:spcAft>
                <a:spcPts val="0"/>
              </a:spcAft>
              <a:defRPr sz="1250" b="1" i="0">
                <a:solidFill>
                  <a:srgbClr val="3A4452"/>
                </a:solidFill>
                <a:latin typeface="Aptos"/>
              </a:defRPr>
            </a:pPr>
            <a:r>
              <a:t>Cramer's V = 0.50; chi-square rejects independence at p &lt; 0.001.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BE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30352" y="329184"/>
            <a:ext cx="1417320" cy="329184"/>
          </a:xfrm>
          <a:prstGeom prst="rect">
            <a:avLst/>
          </a:prstGeom>
          <a:solidFill>
            <a:srgbClr val="BE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384048"/>
            <a:ext cx="1188720" cy="219456"/>
          </a:xfrm>
          <a:prstGeom prst="rect">
            <a:avLst/>
          </a:prstGeom>
          <a:noFill/>
        </p:spPr>
        <p:txBody>
          <a:bodyPr wrap="square" anchor="t">
            <a:spAutoFit/>
          </a:bodyPr>
          <a:lstStyle/>
          <a:p>
            <a:pPr algn="l">
              <a:spcAft>
                <a:spcPts val="0"/>
              </a:spcAft>
              <a:defRPr sz="1100" b="1" i="0">
                <a:solidFill>
                  <a:srgbClr val="FFFFFF"/>
                </a:solidFill>
                <a:latin typeface="Aptos"/>
              </a:defRPr>
            </a:pPr>
            <a:r>
              <a:t>WORKFLOWS</a:t>
            </a:r>
          </a:p>
        </p:txBody>
      </p:sp>
      <p:sp>
        <p:nvSpPr>
          <p:cNvPr id="5" name="TextBox 4"/>
          <p:cNvSpPr txBox="1"/>
          <p:nvPr/>
        </p:nvSpPr>
        <p:spPr>
          <a:xfrm>
            <a:off x="8887968" y="393192"/>
            <a:ext cx="2788920" cy="228600"/>
          </a:xfrm>
          <a:prstGeom prst="rect">
            <a:avLst/>
          </a:prstGeom>
          <a:noFill/>
        </p:spPr>
        <p:txBody>
          <a:bodyPr wrap="square" anchor="t">
            <a:spAutoFit/>
          </a:bodyPr>
          <a:lstStyle/>
          <a:p>
            <a:pPr algn="r">
              <a:spcAft>
                <a:spcPts val="0"/>
              </a:spcAft>
              <a:defRPr sz="1200" b="1" i="0">
                <a:solidFill>
                  <a:srgbClr val="BE2A42"/>
                </a:solidFill>
                <a:latin typeface="Aptos"/>
              </a:defRPr>
            </a:pPr>
            <a:r>
              <a:t>WORKFLOWS | 12 / 18</a:t>
            </a:r>
          </a:p>
        </p:txBody>
      </p:sp>
      <p:sp>
        <p:nvSpPr>
          <p:cNvPr id="6" name="TextBox 5"/>
          <p:cNvSpPr txBox="1"/>
          <p:nvPr/>
        </p:nvSpPr>
        <p:spPr>
          <a:xfrm>
            <a:off x="530352" y="566928"/>
            <a:ext cx="10515600" cy="530352"/>
          </a:xfrm>
          <a:prstGeom prst="rect">
            <a:avLst/>
          </a:prstGeom>
          <a:noFill/>
        </p:spPr>
        <p:txBody>
          <a:bodyPr wrap="square" anchor="t">
            <a:spAutoFit/>
          </a:bodyPr>
          <a:lstStyle/>
          <a:p>
            <a:pPr algn="l">
              <a:spcAft>
                <a:spcPts val="0"/>
              </a:spcAft>
              <a:defRPr sz="2800" b="1" i="0">
                <a:solidFill>
                  <a:srgbClr val="181E26"/>
                </a:solidFill>
                <a:latin typeface="Aptos"/>
              </a:defRPr>
            </a:pPr>
            <a:r>
              <a:t>Copilot vs OpenAI: workflow state machines</a:t>
            </a:r>
          </a:p>
        </p:txBody>
      </p:sp>
      <p:sp>
        <p:nvSpPr>
          <p:cNvPr id="7" name="Rectangle 6"/>
          <p:cNvSpPr/>
          <p:nvPr/>
        </p:nvSpPr>
        <p:spPr>
          <a:xfrm>
            <a:off x="530352" y="1207008"/>
            <a:ext cx="11192256" cy="9144"/>
          </a:xfrm>
          <a:prstGeom prst="rect">
            <a:avLst/>
          </a:prstGeom>
          <a:solidFill>
            <a:srgbClr val="BE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Review-heavy Collaborator workflow." title="Copilot PR workflow state machine"/>
          <p:cNvPicPr>
            <a:picLocks noChangeAspect="1"/>
          </p:cNvPicPr>
          <p:nvPr/>
        </p:nvPicPr>
        <p:blipFill>
          <a:blip r:embed="rId2"/>
          <a:stretch>
            <a:fillRect/>
          </a:stretch>
        </p:blipFill>
        <p:spPr>
          <a:xfrm>
            <a:off x="716161" y="1417320"/>
            <a:ext cx="5242797" cy="4206240"/>
          </a:xfrm>
          <a:prstGeom prst="rect">
            <a:avLst/>
          </a:prstGeom>
        </p:spPr>
      </p:pic>
      <p:pic>
        <p:nvPicPr>
          <p:cNvPr id="9" name="Picture 8" descr="Direct-resolution Assistant workflow." title="OpenAI PR workflow state machine"/>
          <p:cNvPicPr>
            <a:picLocks noChangeAspect="1"/>
          </p:cNvPicPr>
          <p:nvPr/>
        </p:nvPicPr>
        <p:blipFill>
          <a:blip r:embed="rId3"/>
          <a:stretch>
            <a:fillRect/>
          </a:stretch>
        </p:blipFill>
        <p:spPr>
          <a:xfrm>
            <a:off x="6205443" y="1417320"/>
            <a:ext cx="5291897" cy="4206240"/>
          </a:xfrm>
          <a:prstGeom prst="rect">
            <a:avLst/>
          </a:prstGeom>
        </p:spPr>
      </p:pic>
      <p:sp>
        <p:nvSpPr>
          <p:cNvPr id="10" name="TextBox 9"/>
          <p:cNvSpPr txBox="1"/>
          <p:nvPr/>
        </p:nvSpPr>
        <p:spPr>
          <a:xfrm>
            <a:off x="1143000" y="5577840"/>
            <a:ext cx="4023360" cy="256032"/>
          </a:xfrm>
          <a:prstGeom prst="rect">
            <a:avLst/>
          </a:prstGeom>
          <a:noFill/>
        </p:spPr>
        <p:txBody>
          <a:bodyPr wrap="square" anchor="t">
            <a:spAutoFit/>
          </a:bodyPr>
          <a:lstStyle/>
          <a:p>
            <a:pPr algn="ctr">
              <a:spcAft>
                <a:spcPts val="0"/>
              </a:spcAft>
              <a:defRPr sz="1300" b="1" i="0">
                <a:solidFill>
                  <a:srgbClr val="181E26"/>
                </a:solidFill>
                <a:latin typeface="Aptos"/>
              </a:defRPr>
            </a:pPr>
            <a:r>
              <a:t>Review-heavy Collaborator</a:t>
            </a:r>
          </a:p>
        </p:txBody>
      </p:sp>
      <p:sp>
        <p:nvSpPr>
          <p:cNvPr id="11" name="TextBox 10"/>
          <p:cNvSpPr txBox="1"/>
          <p:nvPr/>
        </p:nvSpPr>
        <p:spPr>
          <a:xfrm>
            <a:off x="6720840" y="5577840"/>
            <a:ext cx="4023360" cy="256032"/>
          </a:xfrm>
          <a:prstGeom prst="rect">
            <a:avLst/>
          </a:prstGeom>
          <a:noFill/>
        </p:spPr>
        <p:txBody>
          <a:bodyPr wrap="square" anchor="t">
            <a:spAutoFit/>
          </a:bodyPr>
          <a:lstStyle/>
          <a:p>
            <a:pPr algn="ctr">
              <a:spcAft>
                <a:spcPts val="0"/>
              </a:spcAft>
              <a:defRPr sz="1300" b="1" i="0">
                <a:solidFill>
                  <a:srgbClr val="181E26"/>
                </a:solidFill>
                <a:latin typeface="Aptos"/>
              </a:defRPr>
            </a:pPr>
            <a:r>
              <a:t>Direct-resolution Assistant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BE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30352" y="329184"/>
            <a:ext cx="1417320" cy="329184"/>
          </a:xfrm>
          <a:prstGeom prst="rect">
            <a:avLst/>
          </a:prstGeom>
          <a:solidFill>
            <a:srgbClr val="BE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384048"/>
            <a:ext cx="1188720" cy="219456"/>
          </a:xfrm>
          <a:prstGeom prst="rect">
            <a:avLst/>
          </a:prstGeom>
          <a:noFill/>
        </p:spPr>
        <p:txBody>
          <a:bodyPr wrap="square" anchor="t">
            <a:spAutoFit/>
          </a:bodyPr>
          <a:lstStyle/>
          <a:p>
            <a:pPr algn="l">
              <a:spcAft>
                <a:spcPts val="0"/>
              </a:spcAft>
              <a:defRPr sz="1100" b="1" i="0">
                <a:solidFill>
                  <a:srgbClr val="FFFFFF"/>
                </a:solidFill>
                <a:latin typeface="Aptos"/>
              </a:defRPr>
            </a:pPr>
            <a:r>
              <a:t>FINDING</a:t>
            </a:r>
          </a:p>
        </p:txBody>
      </p:sp>
      <p:sp>
        <p:nvSpPr>
          <p:cNvPr id="5" name="TextBox 4"/>
          <p:cNvSpPr txBox="1"/>
          <p:nvPr/>
        </p:nvSpPr>
        <p:spPr>
          <a:xfrm>
            <a:off x="8887968" y="393192"/>
            <a:ext cx="2788920" cy="228600"/>
          </a:xfrm>
          <a:prstGeom prst="rect">
            <a:avLst/>
          </a:prstGeom>
          <a:noFill/>
        </p:spPr>
        <p:txBody>
          <a:bodyPr wrap="square" anchor="t">
            <a:spAutoFit/>
          </a:bodyPr>
          <a:lstStyle/>
          <a:p>
            <a:pPr algn="r">
              <a:spcAft>
                <a:spcPts val="0"/>
              </a:spcAft>
              <a:defRPr sz="1200" b="1" i="0">
                <a:solidFill>
                  <a:srgbClr val="BE2A42"/>
                </a:solidFill>
                <a:latin typeface="Aptos"/>
              </a:defRPr>
            </a:pPr>
            <a:r>
              <a:t>FINDING | 13 / 18</a:t>
            </a:r>
          </a:p>
        </p:txBody>
      </p:sp>
      <p:sp>
        <p:nvSpPr>
          <p:cNvPr id="6" name="TextBox 5"/>
          <p:cNvSpPr txBox="1"/>
          <p:nvPr/>
        </p:nvSpPr>
        <p:spPr>
          <a:xfrm>
            <a:off x="530352" y="566928"/>
            <a:ext cx="10515600" cy="530352"/>
          </a:xfrm>
          <a:prstGeom prst="rect">
            <a:avLst/>
          </a:prstGeom>
          <a:noFill/>
        </p:spPr>
        <p:txBody>
          <a:bodyPr wrap="square" anchor="t">
            <a:spAutoFit/>
          </a:bodyPr>
          <a:lstStyle/>
          <a:p>
            <a:pPr algn="l">
              <a:spcAft>
                <a:spcPts val="0"/>
              </a:spcAft>
              <a:defRPr sz="2800" b="1" i="0">
                <a:solidFill>
                  <a:srgbClr val="181E26"/>
                </a:solidFill>
                <a:latin typeface="Aptos"/>
              </a:defRPr>
            </a:pPr>
            <a:r>
              <a:t>Agency and governance decouple</a:t>
            </a:r>
          </a:p>
        </p:txBody>
      </p:sp>
      <p:sp>
        <p:nvSpPr>
          <p:cNvPr id="7" name="Rectangle 6"/>
          <p:cNvSpPr/>
          <p:nvPr/>
        </p:nvSpPr>
        <p:spPr>
          <a:xfrm>
            <a:off x="530352" y="1207008"/>
            <a:ext cx="11192256" cy="9144"/>
          </a:xfrm>
          <a:prstGeom prst="rect">
            <a:avLst/>
          </a:prstGeom>
          <a:solidFill>
            <a:srgbClr val="BE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49808" y="1554480"/>
            <a:ext cx="2926080" cy="1325880"/>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49808" y="1554480"/>
            <a:ext cx="73152" cy="1325880"/>
          </a:xfrm>
          <a:prstGeom prst="rect">
            <a:avLst/>
          </a:prstGeom>
          <a:solidFill>
            <a:srgbClr val="006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50976" y="1645920"/>
            <a:ext cx="2578608" cy="424281"/>
          </a:xfrm>
          <a:prstGeom prst="rect">
            <a:avLst/>
          </a:prstGeom>
          <a:noFill/>
        </p:spPr>
        <p:txBody>
          <a:bodyPr wrap="square" anchor="t">
            <a:spAutoFit/>
          </a:bodyPr>
          <a:lstStyle/>
          <a:p>
            <a:pPr algn="l">
              <a:spcAft>
                <a:spcPts val="0"/>
              </a:spcAft>
              <a:defRPr sz="2400" b="1" i="0">
                <a:solidFill>
                  <a:srgbClr val="006C62"/>
                </a:solidFill>
                <a:latin typeface="Aptos"/>
              </a:defRPr>
            </a:pPr>
            <a:r>
              <a:t>&gt;=96%</a:t>
            </a:r>
          </a:p>
        </p:txBody>
      </p:sp>
      <p:sp>
        <p:nvSpPr>
          <p:cNvPr id="11" name="TextBox 10"/>
          <p:cNvSpPr txBox="1"/>
          <p:nvPr/>
        </p:nvSpPr>
        <p:spPr>
          <a:xfrm>
            <a:off x="950976" y="2106777"/>
            <a:ext cx="2578608" cy="291693"/>
          </a:xfrm>
          <a:prstGeom prst="rect">
            <a:avLst/>
          </a:prstGeom>
          <a:noFill/>
        </p:spPr>
        <p:txBody>
          <a:bodyPr wrap="square" anchor="t">
            <a:spAutoFit/>
          </a:bodyPr>
          <a:lstStyle/>
          <a:p>
            <a:pPr algn="l">
              <a:spcAft>
                <a:spcPts val="0"/>
              </a:spcAft>
              <a:defRPr sz="1200" b="1" i="0">
                <a:solidFill>
                  <a:srgbClr val="181E26"/>
                </a:solidFill>
                <a:latin typeface="Aptos"/>
              </a:defRPr>
            </a:pPr>
            <a:r>
              <a:t>Collaborator tools</a:t>
            </a:r>
          </a:p>
        </p:txBody>
      </p:sp>
      <p:sp>
        <p:nvSpPr>
          <p:cNvPr id="12" name="TextBox 11"/>
          <p:cNvSpPr txBox="1"/>
          <p:nvPr/>
        </p:nvSpPr>
        <p:spPr>
          <a:xfrm>
            <a:off x="950976" y="2416759"/>
            <a:ext cx="2578608" cy="397764"/>
          </a:xfrm>
          <a:prstGeom prst="rect">
            <a:avLst/>
          </a:prstGeom>
          <a:noFill/>
        </p:spPr>
        <p:txBody>
          <a:bodyPr wrap="square" anchor="t">
            <a:spAutoFit/>
          </a:bodyPr>
          <a:lstStyle/>
          <a:p>
            <a:pPr algn="l">
              <a:spcAft>
                <a:spcPts val="0"/>
              </a:spcAft>
              <a:defRPr sz="1100" b="0" i="0">
                <a:solidFill>
                  <a:srgbClr val="3A4452"/>
                </a:solidFill>
                <a:latin typeface="Aptos"/>
              </a:defRPr>
            </a:pPr>
            <a:r>
              <a:t>agent-initiated PRs</a:t>
            </a:r>
          </a:p>
        </p:txBody>
      </p:sp>
      <p:sp>
        <p:nvSpPr>
          <p:cNvPr id="13" name="Rectangle 12"/>
          <p:cNvSpPr/>
          <p:nvPr/>
        </p:nvSpPr>
        <p:spPr>
          <a:xfrm>
            <a:off x="4590288" y="1554480"/>
            <a:ext cx="2926080" cy="1325880"/>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90288" y="1554480"/>
            <a:ext cx="73152" cy="1325880"/>
          </a:xfrm>
          <a:prstGeom prst="rect">
            <a:avLst/>
          </a:prstGeom>
          <a:solidFill>
            <a:srgbClr val="BE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91455" y="1645920"/>
            <a:ext cx="2578608" cy="424281"/>
          </a:xfrm>
          <a:prstGeom prst="rect">
            <a:avLst/>
          </a:prstGeom>
          <a:noFill/>
        </p:spPr>
        <p:txBody>
          <a:bodyPr wrap="square" anchor="t">
            <a:spAutoFit/>
          </a:bodyPr>
          <a:lstStyle/>
          <a:p>
            <a:pPr algn="l">
              <a:spcAft>
                <a:spcPts val="0"/>
              </a:spcAft>
              <a:defRPr sz="2400" b="1" i="0">
                <a:solidFill>
                  <a:srgbClr val="BE2A42"/>
                </a:solidFill>
                <a:latin typeface="Aptos"/>
              </a:defRPr>
            </a:pPr>
            <a:r>
              <a:t>&lt;0.05%</a:t>
            </a:r>
          </a:p>
        </p:txBody>
      </p:sp>
      <p:sp>
        <p:nvSpPr>
          <p:cNvPr id="16" name="TextBox 15"/>
          <p:cNvSpPr txBox="1"/>
          <p:nvPr/>
        </p:nvSpPr>
        <p:spPr>
          <a:xfrm>
            <a:off x="4791455" y="2106777"/>
            <a:ext cx="2578608" cy="291693"/>
          </a:xfrm>
          <a:prstGeom prst="rect">
            <a:avLst/>
          </a:prstGeom>
          <a:noFill/>
        </p:spPr>
        <p:txBody>
          <a:bodyPr wrap="square" anchor="t">
            <a:spAutoFit/>
          </a:bodyPr>
          <a:lstStyle/>
          <a:p>
            <a:pPr algn="l">
              <a:spcAft>
                <a:spcPts val="0"/>
              </a:spcAft>
              <a:defRPr sz="1200" b="1" i="0">
                <a:solidFill>
                  <a:srgbClr val="181E26"/>
                </a:solidFill>
                <a:latin typeface="Aptos"/>
              </a:defRPr>
            </a:pPr>
            <a:r>
              <a:t>agent-approved (S2)</a:t>
            </a:r>
          </a:p>
        </p:txBody>
      </p:sp>
      <p:sp>
        <p:nvSpPr>
          <p:cNvPr id="17" name="TextBox 16"/>
          <p:cNvSpPr txBox="1"/>
          <p:nvPr/>
        </p:nvSpPr>
        <p:spPr>
          <a:xfrm>
            <a:off x="4791455" y="2416759"/>
            <a:ext cx="2578608" cy="397764"/>
          </a:xfrm>
          <a:prstGeom prst="rect">
            <a:avLst/>
          </a:prstGeom>
          <a:noFill/>
        </p:spPr>
        <p:txBody>
          <a:bodyPr wrap="square" anchor="t">
            <a:spAutoFit/>
          </a:bodyPr>
          <a:lstStyle/>
          <a:p>
            <a:pPr algn="l">
              <a:spcAft>
                <a:spcPts val="0"/>
              </a:spcAft>
              <a:defRPr sz="1100" b="0" i="0">
                <a:solidFill>
                  <a:srgbClr val="3A4452"/>
                </a:solidFill>
                <a:latin typeface="Aptos"/>
              </a:defRPr>
            </a:pPr>
            <a:r>
              <a:t>of all 29,585 PRs</a:t>
            </a:r>
          </a:p>
        </p:txBody>
      </p:sp>
      <p:sp>
        <p:nvSpPr>
          <p:cNvPr id="18" name="Rectangle 17"/>
          <p:cNvSpPr/>
          <p:nvPr/>
        </p:nvSpPr>
        <p:spPr>
          <a:xfrm>
            <a:off x="8430768" y="1554480"/>
            <a:ext cx="2606040" cy="1325880"/>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430768" y="1554480"/>
            <a:ext cx="73152" cy="1325880"/>
          </a:xfrm>
          <a:prstGeom prst="rect">
            <a:avLst/>
          </a:prstGeom>
          <a:solidFill>
            <a:srgbClr val="9664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31936" y="1645920"/>
            <a:ext cx="2258568" cy="424281"/>
          </a:xfrm>
          <a:prstGeom prst="rect">
            <a:avLst/>
          </a:prstGeom>
          <a:noFill/>
        </p:spPr>
        <p:txBody>
          <a:bodyPr wrap="square" anchor="t">
            <a:spAutoFit/>
          </a:bodyPr>
          <a:lstStyle/>
          <a:p>
            <a:pPr algn="l">
              <a:spcAft>
                <a:spcPts val="0"/>
              </a:spcAft>
              <a:defRPr sz="2400" b="1" i="0">
                <a:solidFill>
                  <a:srgbClr val="966405"/>
                </a:solidFill>
                <a:latin typeface="Aptos"/>
              </a:defRPr>
            </a:pPr>
            <a:r>
              <a:t>14 PRs</a:t>
            </a:r>
          </a:p>
        </p:txBody>
      </p:sp>
      <p:sp>
        <p:nvSpPr>
          <p:cNvPr id="21" name="TextBox 20"/>
          <p:cNvSpPr txBox="1"/>
          <p:nvPr/>
        </p:nvSpPr>
        <p:spPr>
          <a:xfrm>
            <a:off x="8631936" y="2106777"/>
            <a:ext cx="2258568" cy="291693"/>
          </a:xfrm>
          <a:prstGeom prst="rect">
            <a:avLst/>
          </a:prstGeom>
          <a:noFill/>
        </p:spPr>
        <p:txBody>
          <a:bodyPr wrap="square" anchor="t">
            <a:spAutoFit/>
          </a:bodyPr>
          <a:lstStyle/>
          <a:p>
            <a:pPr algn="l">
              <a:spcAft>
                <a:spcPts val="0"/>
              </a:spcAft>
              <a:defRPr sz="1200" b="1" i="0">
                <a:solidFill>
                  <a:srgbClr val="181E26"/>
                </a:solidFill>
                <a:latin typeface="Aptos"/>
              </a:defRPr>
            </a:pPr>
            <a:r>
              <a:t>S2 cases</a:t>
            </a:r>
          </a:p>
        </p:txBody>
      </p:sp>
      <p:sp>
        <p:nvSpPr>
          <p:cNvPr id="22" name="TextBox 21"/>
          <p:cNvSpPr txBox="1"/>
          <p:nvPr/>
        </p:nvSpPr>
        <p:spPr>
          <a:xfrm>
            <a:off x="8631936" y="2416759"/>
            <a:ext cx="2258568" cy="397764"/>
          </a:xfrm>
          <a:prstGeom prst="rect">
            <a:avLst/>
          </a:prstGeom>
          <a:noFill/>
        </p:spPr>
        <p:txBody>
          <a:bodyPr wrap="square" anchor="t">
            <a:spAutoFit/>
          </a:bodyPr>
          <a:lstStyle/>
          <a:p>
            <a:pPr algn="l">
              <a:spcAft>
                <a:spcPts val="0"/>
              </a:spcAft>
              <a:defRPr sz="1100" b="0" i="0">
                <a:solidFill>
                  <a:srgbClr val="3A4452"/>
                </a:solidFill>
                <a:latin typeface="Aptos"/>
              </a:defRPr>
            </a:pPr>
            <a:r>
              <a:t>rare in this snapshot</a:t>
            </a:r>
          </a:p>
        </p:txBody>
      </p:sp>
      <p:sp>
        <p:nvSpPr>
          <p:cNvPr id="23" name="Rectangle 22"/>
          <p:cNvSpPr/>
          <p:nvPr/>
        </p:nvSpPr>
        <p:spPr>
          <a:xfrm>
            <a:off x="1024128" y="3703320"/>
            <a:ext cx="9875520" cy="749808"/>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417320" y="3840480"/>
            <a:ext cx="8869680" cy="292608"/>
          </a:xfrm>
          <a:prstGeom prst="rect">
            <a:avLst/>
          </a:prstGeom>
          <a:noFill/>
        </p:spPr>
        <p:txBody>
          <a:bodyPr wrap="square" anchor="t">
            <a:spAutoFit/>
          </a:bodyPr>
          <a:lstStyle/>
          <a:p>
            <a:pPr algn="ctr">
              <a:spcAft>
                <a:spcPts val="0"/>
              </a:spcAft>
              <a:defRPr sz="2200" b="1" i="0">
                <a:solidFill>
                  <a:srgbClr val="181E26"/>
                </a:solidFill>
                <a:latin typeface="Aptos"/>
              </a:defRPr>
            </a:pPr>
            <a:r>
              <a:t>Junior-teammate pattern: agents operate; humans authorize merge.</a:t>
            </a:r>
          </a:p>
        </p:txBody>
      </p:sp>
      <p:sp>
        <p:nvSpPr>
          <p:cNvPr id="25" name="TextBox 24"/>
          <p:cNvSpPr txBox="1"/>
          <p:nvPr/>
        </p:nvSpPr>
        <p:spPr>
          <a:xfrm>
            <a:off x="1417320" y="4626864"/>
            <a:ext cx="8869680" cy="292608"/>
          </a:xfrm>
          <a:prstGeom prst="rect">
            <a:avLst/>
          </a:prstGeom>
          <a:noFill/>
        </p:spPr>
        <p:txBody>
          <a:bodyPr wrap="square" anchor="t">
            <a:spAutoFit/>
          </a:bodyPr>
          <a:lstStyle/>
          <a:p>
            <a:pPr algn="ctr">
              <a:spcAft>
                <a:spcPts val="0"/>
              </a:spcAft>
              <a:defRPr sz="1500" b="0" i="0">
                <a:solidFill>
                  <a:srgbClr val="3A4452"/>
                </a:solidFill>
                <a:latin typeface="Aptos"/>
              </a:defRPr>
            </a:pPr>
            <a:r>
              <a:t>Endorsement is measurable here; accountability is the layer the paper does not measure.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30352" y="329184"/>
            <a:ext cx="1417320" cy="329184"/>
          </a:xfrm>
          <a:prstGeom prst="rect">
            <a:avLst/>
          </a:prstGeom>
          <a:solidFill>
            <a:srgbClr val="0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384048"/>
            <a:ext cx="1188720" cy="219456"/>
          </a:xfrm>
          <a:prstGeom prst="rect">
            <a:avLst/>
          </a:prstGeom>
          <a:noFill/>
        </p:spPr>
        <p:txBody>
          <a:bodyPr wrap="square" anchor="t">
            <a:spAutoFit/>
          </a:bodyPr>
          <a:lstStyle/>
          <a:p>
            <a:pPr algn="l">
              <a:spcAft>
                <a:spcPts val="0"/>
              </a:spcAft>
              <a:defRPr sz="1100" b="1" i="0">
                <a:solidFill>
                  <a:srgbClr val="FFFFFF"/>
                </a:solidFill>
                <a:latin typeface="Aptos"/>
              </a:defRPr>
            </a:pPr>
            <a:r>
              <a:t>BOUNDS</a:t>
            </a:r>
          </a:p>
        </p:txBody>
      </p:sp>
      <p:sp>
        <p:nvSpPr>
          <p:cNvPr id="5" name="TextBox 4"/>
          <p:cNvSpPr txBox="1"/>
          <p:nvPr/>
        </p:nvSpPr>
        <p:spPr>
          <a:xfrm>
            <a:off x="8887968" y="393192"/>
            <a:ext cx="2788920" cy="228600"/>
          </a:xfrm>
          <a:prstGeom prst="rect">
            <a:avLst/>
          </a:prstGeom>
          <a:noFill/>
        </p:spPr>
        <p:txBody>
          <a:bodyPr wrap="square" anchor="t">
            <a:spAutoFit/>
          </a:bodyPr>
          <a:lstStyle/>
          <a:p>
            <a:pPr algn="r">
              <a:spcAft>
                <a:spcPts val="0"/>
              </a:spcAft>
              <a:defRPr sz="1200" b="1" i="0">
                <a:solidFill>
                  <a:srgbClr val="092646"/>
                </a:solidFill>
                <a:latin typeface="Aptos"/>
              </a:defRPr>
            </a:pPr>
            <a:r>
              <a:t>BOUNDS | 14 / 18</a:t>
            </a:r>
          </a:p>
        </p:txBody>
      </p:sp>
      <p:sp>
        <p:nvSpPr>
          <p:cNvPr id="6" name="TextBox 5"/>
          <p:cNvSpPr txBox="1"/>
          <p:nvPr/>
        </p:nvSpPr>
        <p:spPr>
          <a:xfrm>
            <a:off x="530352" y="566928"/>
            <a:ext cx="10515600" cy="530352"/>
          </a:xfrm>
          <a:prstGeom prst="rect">
            <a:avLst/>
          </a:prstGeom>
          <a:noFill/>
        </p:spPr>
        <p:txBody>
          <a:bodyPr wrap="square" anchor="t">
            <a:spAutoFit/>
          </a:bodyPr>
          <a:lstStyle/>
          <a:p>
            <a:pPr algn="l">
              <a:spcAft>
                <a:spcPts val="0"/>
              </a:spcAft>
              <a:defRPr sz="2800" b="1" i="0">
                <a:solidFill>
                  <a:srgbClr val="181E26"/>
                </a:solidFill>
                <a:latin typeface="Aptos"/>
              </a:defRPr>
            </a:pPr>
            <a:r>
              <a:t>Policy and snapshot bounds</a:t>
            </a:r>
          </a:p>
        </p:txBody>
      </p:sp>
      <p:sp>
        <p:nvSpPr>
          <p:cNvPr id="7" name="Rectangle 6"/>
          <p:cNvSpPr/>
          <p:nvPr/>
        </p:nvSpPr>
        <p:spPr>
          <a:xfrm>
            <a:off x="530352" y="1207008"/>
            <a:ext cx="11192256" cy="9144"/>
          </a:xfrm>
          <a:prstGeom prst="rect">
            <a:avLst/>
          </a:prstGeom>
          <a:solidFill>
            <a:srgbClr val="BE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30352" y="1417320"/>
            <a:ext cx="3596640" cy="3977639"/>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30352" y="1417320"/>
            <a:ext cx="3596640" cy="91440"/>
          </a:xfrm>
          <a:prstGeom prst="rect">
            <a:avLst/>
          </a:prstGeom>
          <a:solidFill>
            <a:srgbClr val="005D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19" y="1664208"/>
            <a:ext cx="3194304" cy="274320"/>
          </a:xfrm>
          <a:prstGeom prst="rect">
            <a:avLst/>
          </a:prstGeom>
          <a:noFill/>
        </p:spPr>
        <p:txBody>
          <a:bodyPr wrap="square" anchor="t">
            <a:spAutoFit/>
          </a:bodyPr>
          <a:lstStyle/>
          <a:p>
            <a:pPr algn="l">
              <a:spcAft>
                <a:spcPts val="0"/>
              </a:spcAft>
              <a:defRPr sz="1200" b="1" i="0">
                <a:solidFill>
                  <a:srgbClr val="005DAA"/>
                </a:solidFill>
                <a:latin typeface="Aptos"/>
              </a:defRPr>
            </a:pPr>
            <a:r>
              <a:t>BRANCH PROTECTION</a:t>
            </a:r>
          </a:p>
        </p:txBody>
      </p:sp>
      <p:sp>
        <p:nvSpPr>
          <p:cNvPr id="11" name="TextBox 10"/>
          <p:cNvSpPr txBox="1"/>
          <p:nvPr/>
        </p:nvSpPr>
        <p:spPr>
          <a:xfrm>
            <a:off x="731519" y="2075688"/>
            <a:ext cx="3194304" cy="658368"/>
          </a:xfrm>
          <a:prstGeom prst="rect">
            <a:avLst/>
          </a:prstGeom>
          <a:noFill/>
        </p:spPr>
        <p:txBody>
          <a:bodyPr wrap="square" anchor="t">
            <a:spAutoFit/>
          </a:bodyPr>
          <a:lstStyle/>
          <a:p>
            <a:pPr algn="l">
              <a:spcAft>
                <a:spcPts val="0"/>
              </a:spcAft>
              <a:defRPr sz="2200" b="1" i="0">
                <a:solidFill>
                  <a:srgbClr val="181E26"/>
                </a:solidFill>
                <a:latin typeface="Aptos"/>
              </a:defRPr>
            </a:pPr>
            <a:r>
              <a:t>shapes routing</a:t>
            </a:r>
          </a:p>
        </p:txBody>
      </p:sp>
      <p:sp>
        <p:nvSpPr>
          <p:cNvPr id="12" name="TextBox 11"/>
          <p:cNvSpPr txBox="1"/>
          <p:nvPr/>
        </p:nvSpPr>
        <p:spPr>
          <a:xfrm>
            <a:off x="731519" y="2898648"/>
            <a:ext cx="3194304" cy="2404871"/>
          </a:xfrm>
          <a:prstGeom prst="rect">
            <a:avLst/>
          </a:prstGeom>
          <a:noFill/>
        </p:spPr>
        <p:txBody>
          <a:bodyPr wrap="square" lIns="38100" tIns="25400" rIns="38100">
            <a:spAutoFit/>
          </a:bodyPr>
          <a:lstStyle/>
          <a:p>
            <a:pPr>
              <a:spcAft>
                <a:spcPts val="600"/>
              </a:spcAft>
              <a:defRPr sz="1600">
                <a:solidFill>
                  <a:srgbClr val="3A4452"/>
                </a:solidFill>
                <a:latin typeface="Aptos"/>
              </a:defRPr>
            </a:pPr>
            <a:r>
              <a:t>direct resolution is partly repository governance</a:t>
            </a:r>
          </a:p>
        </p:txBody>
      </p:sp>
      <p:sp>
        <p:nvSpPr>
          <p:cNvPr id="13" name="Rectangle 12"/>
          <p:cNvSpPr/>
          <p:nvPr/>
        </p:nvSpPr>
        <p:spPr>
          <a:xfrm>
            <a:off x="4328160" y="1417320"/>
            <a:ext cx="3596640" cy="3977639"/>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28160" y="1417320"/>
            <a:ext cx="3596640" cy="91440"/>
          </a:xfrm>
          <a:prstGeom prst="rect">
            <a:avLst/>
          </a:prstGeom>
          <a:solidFill>
            <a:srgbClr val="006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29328" y="1664208"/>
            <a:ext cx="3194304" cy="274320"/>
          </a:xfrm>
          <a:prstGeom prst="rect">
            <a:avLst/>
          </a:prstGeom>
          <a:noFill/>
        </p:spPr>
        <p:txBody>
          <a:bodyPr wrap="square" anchor="t">
            <a:spAutoFit/>
          </a:bodyPr>
          <a:lstStyle/>
          <a:p>
            <a:pPr algn="l">
              <a:spcAft>
                <a:spcPts val="0"/>
              </a:spcAft>
              <a:defRPr sz="1200" b="1" i="0">
                <a:solidFill>
                  <a:srgbClr val="006C62"/>
                </a:solidFill>
                <a:latin typeface="Aptos"/>
              </a:defRPr>
            </a:pPr>
            <a:r>
              <a:t>WITHIN-REPO CONTROL</a:t>
            </a:r>
          </a:p>
        </p:txBody>
      </p:sp>
      <p:sp>
        <p:nvSpPr>
          <p:cNvPr id="16" name="TextBox 15"/>
          <p:cNvSpPr txBox="1"/>
          <p:nvPr/>
        </p:nvSpPr>
        <p:spPr>
          <a:xfrm>
            <a:off x="4529328" y="2075688"/>
            <a:ext cx="3194304" cy="658368"/>
          </a:xfrm>
          <a:prstGeom prst="rect">
            <a:avLst/>
          </a:prstGeom>
          <a:noFill/>
        </p:spPr>
        <p:txBody>
          <a:bodyPr wrap="square" anchor="t">
            <a:spAutoFit/>
          </a:bodyPr>
          <a:lstStyle/>
          <a:p>
            <a:pPr algn="l">
              <a:spcAft>
                <a:spcPts val="0"/>
              </a:spcAft>
              <a:defRPr sz="2200" b="1" i="0">
                <a:solidFill>
                  <a:srgbClr val="181E26"/>
                </a:solidFill>
                <a:latin typeface="Aptos"/>
              </a:defRPr>
            </a:pPr>
            <a:r>
              <a:t>96.8 pp</a:t>
            </a:r>
          </a:p>
        </p:txBody>
      </p:sp>
      <p:sp>
        <p:nvSpPr>
          <p:cNvPr id="17" name="TextBox 16"/>
          <p:cNvSpPr txBox="1"/>
          <p:nvPr/>
        </p:nvSpPr>
        <p:spPr>
          <a:xfrm>
            <a:off x="4529328" y="2898648"/>
            <a:ext cx="3194304" cy="2404871"/>
          </a:xfrm>
          <a:prstGeom prst="rect">
            <a:avLst/>
          </a:prstGeom>
          <a:noFill/>
        </p:spPr>
        <p:txBody>
          <a:bodyPr wrap="square" lIns="38100" tIns="25400" rIns="38100">
            <a:spAutoFit/>
          </a:bodyPr>
          <a:lstStyle/>
          <a:p>
            <a:pPr>
              <a:spcAft>
                <a:spcPts val="600"/>
              </a:spcAft>
              <a:defRPr sz="1600">
                <a:solidFill>
                  <a:srgbClr val="3A4452"/>
                </a:solidFill>
                <a:latin typeface="Aptos"/>
              </a:defRPr>
            </a:pPr>
            <a:r>
              <a:t>initiation gap persists; review routing partly reverses</a:t>
            </a:r>
          </a:p>
        </p:txBody>
      </p:sp>
      <p:sp>
        <p:nvSpPr>
          <p:cNvPr id="18" name="Rectangle 17"/>
          <p:cNvSpPr/>
          <p:nvPr/>
        </p:nvSpPr>
        <p:spPr>
          <a:xfrm>
            <a:off x="8125968" y="1417320"/>
            <a:ext cx="3596640" cy="3977639"/>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25968" y="1417320"/>
            <a:ext cx="3596640" cy="91440"/>
          </a:xfrm>
          <a:prstGeom prst="rect">
            <a:avLst/>
          </a:prstGeom>
          <a:solidFill>
            <a:srgbClr val="9664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7136" y="1664208"/>
            <a:ext cx="3194304" cy="274320"/>
          </a:xfrm>
          <a:prstGeom prst="rect">
            <a:avLst/>
          </a:prstGeom>
          <a:noFill/>
        </p:spPr>
        <p:txBody>
          <a:bodyPr wrap="square" anchor="t">
            <a:spAutoFit/>
          </a:bodyPr>
          <a:lstStyle/>
          <a:p>
            <a:pPr algn="l">
              <a:spcAft>
                <a:spcPts val="0"/>
              </a:spcAft>
              <a:defRPr sz="1200" b="1" i="0">
                <a:solidFill>
                  <a:srgbClr val="966405"/>
                </a:solidFill>
                <a:latin typeface="Aptos"/>
              </a:defRPr>
            </a:pPr>
            <a:r>
              <a:t>SNAPSHOT</a:t>
            </a:r>
          </a:p>
        </p:txBody>
      </p:sp>
      <p:sp>
        <p:nvSpPr>
          <p:cNvPr id="21" name="TextBox 20"/>
          <p:cNvSpPr txBox="1"/>
          <p:nvPr/>
        </p:nvSpPr>
        <p:spPr>
          <a:xfrm>
            <a:off x="8327136" y="2075688"/>
            <a:ext cx="3194304" cy="658368"/>
          </a:xfrm>
          <a:prstGeom prst="rect">
            <a:avLst/>
          </a:prstGeom>
          <a:noFill/>
        </p:spPr>
        <p:txBody>
          <a:bodyPr wrap="square" anchor="t">
            <a:spAutoFit/>
          </a:bodyPr>
          <a:lstStyle/>
          <a:p>
            <a:pPr algn="l">
              <a:spcAft>
                <a:spcPts val="0"/>
              </a:spcAft>
              <a:defRPr sz="2200" b="1" i="0">
                <a:solidFill>
                  <a:srgbClr val="181E26"/>
                </a:solidFill>
                <a:latin typeface="Aptos"/>
              </a:defRPr>
            </a:pPr>
            <a:r>
              <a:t>94%</a:t>
            </a:r>
          </a:p>
        </p:txBody>
      </p:sp>
      <p:sp>
        <p:nvSpPr>
          <p:cNvPr id="22" name="TextBox 21"/>
          <p:cNvSpPr txBox="1"/>
          <p:nvPr/>
        </p:nvSpPr>
        <p:spPr>
          <a:xfrm>
            <a:off x="8327136" y="2898648"/>
            <a:ext cx="3194304" cy="2404871"/>
          </a:xfrm>
          <a:prstGeom prst="rect">
            <a:avLst/>
          </a:prstGeom>
          <a:noFill/>
        </p:spPr>
        <p:txBody>
          <a:bodyPr wrap="square" lIns="38100" tIns="25400" rIns="38100">
            <a:spAutoFit/>
          </a:bodyPr>
          <a:lstStyle/>
          <a:p>
            <a:pPr>
              <a:spcAft>
                <a:spcPts val="600"/>
              </a:spcAft>
              <a:defRPr sz="1600">
                <a:solidFill>
                  <a:srgbClr val="3A4452"/>
                </a:solidFill>
                <a:latin typeface="Aptos"/>
              </a:defRPr>
            </a:pPr>
            <a:r>
              <a:t>of PRs from 2025 Q2-Q3; not a trend claim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BE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30352" y="329184"/>
            <a:ext cx="1417320" cy="329184"/>
          </a:xfrm>
          <a:prstGeom prst="rect">
            <a:avLst/>
          </a:prstGeom>
          <a:solidFill>
            <a:srgbClr val="BE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384048"/>
            <a:ext cx="1188720" cy="219456"/>
          </a:xfrm>
          <a:prstGeom prst="rect">
            <a:avLst/>
          </a:prstGeom>
          <a:noFill/>
        </p:spPr>
        <p:txBody>
          <a:bodyPr wrap="square" anchor="t">
            <a:spAutoFit/>
          </a:bodyPr>
          <a:lstStyle/>
          <a:p>
            <a:pPr algn="l">
              <a:spcAft>
                <a:spcPts val="0"/>
              </a:spcAft>
              <a:defRPr sz="1100" b="1" i="0">
                <a:solidFill>
                  <a:srgbClr val="FFFFFF"/>
                </a:solidFill>
                <a:latin typeface="Aptos"/>
              </a:defRPr>
            </a:pPr>
            <a:r>
              <a:t>RQ3</a:t>
            </a:r>
          </a:p>
        </p:txBody>
      </p:sp>
      <p:sp>
        <p:nvSpPr>
          <p:cNvPr id="5" name="TextBox 4"/>
          <p:cNvSpPr txBox="1"/>
          <p:nvPr/>
        </p:nvSpPr>
        <p:spPr>
          <a:xfrm>
            <a:off x="8887968" y="393192"/>
            <a:ext cx="2788920" cy="228600"/>
          </a:xfrm>
          <a:prstGeom prst="rect">
            <a:avLst/>
          </a:prstGeom>
          <a:noFill/>
        </p:spPr>
        <p:txBody>
          <a:bodyPr wrap="square" anchor="t">
            <a:spAutoFit/>
          </a:bodyPr>
          <a:lstStyle/>
          <a:p>
            <a:pPr algn="r">
              <a:spcAft>
                <a:spcPts val="0"/>
              </a:spcAft>
              <a:defRPr sz="1200" b="1" i="0">
                <a:solidFill>
                  <a:srgbClr val="BE2A42"/>
                </a:solidFill>
                <a:latin typeface="Aptos"/>
              </a:defRPr>
            </a:pPr>
            <a:r>
              <a:t>RQ3 | 15 / 18</a:t>
            </a:r>
          </a:p>
        </p:txBody>
      </p:sp>
      <p:sp>
        <p:nvSpPr>
          <p:cNvPr id="6" name="TextBox 5"/>
          <p:cNvSpPr txBox="1"/>
          <p:nvPr/>
        </p:nvSpPr>
        <p:spPr>
          <a:xfrm>
            <a:off x="530352" y="566928"/>
            <a:ext cx="10515600" cy="530352"/>
          </a:xfrm>
          <a:prstGeom prst="rect">
            <a:avLst/>
          </a:prstGeom>
          <a:noFill/>
        </p:spPr>
        <p:txBody>
          <a:bodyPr wrap="square" anchor="t">
            <a:spAutoFit/>
          </a:bodyPr>
          <a:lstStyle/>
          <a:p>
            <a:pPr algn="l">
              <a:spcAft>
                <a:spcPts val="0"/>
              </a:spcAft>
              <a:defRPr sz="2800" b="1" i="0">
                <a:solidFill>
                  <a:srgbClr val="181E26"/>
                </a:solidFill>
                <a:latin typeface="Aptos"/>
              </a:defRPr>
            </a:pPr>
            <a:r>
              <a:t>What traces cannot settle</a:t>
            </a:r>
          </a:p>
        </p:txBody>
      </p:sp>
      <p:sp>
        <p:nvSpPr>
          <p:cNvPr id="7" name="Rectangle 6"/>
          <p:cNvSpPr/>
          <p:nvPr/>
        </p:nvSpPr>
        <p:spPr>
          <a:xfrm>
            <a:off x="530352" y="1207008"/>
            <a:ext cx="11192256" cy="9144"/>
          </a:xfrm>
          <a:prstGeom prst="rect">
            <a:avLst/>
          </a:prstGeom>
          <a:solidFill>
            <a:srgbClr val="BE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04672" y="1572768"/>
            <a:ext cx="2560320" cy="1207008"/>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04672" y="1572768"/>
            <a:ext cx="73152" cy="1207008"/>
          </a:xfrm>
          <a:prstGeom prst="rect">
            <a:avLst/>
          </a:prstGeom>
          <a:solidFill>
            <a:srgbClr val="BE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1664208"/>
            <a:ext cx="2212848" cy="386242"/>
          </a:xfrm>
          <a:prstGeom prst="rect">
            <a:avLst/>
          </a:prstGeom>
          <a:noFill/>
        </p:spPr>
        <p:txBody>
          <a:bodyPr wrap="square" anchor="t">
            <a:spAutoFit/>
          </a:bodyPr>
          <a:lstStyle/>
          <a:p>
            <a:pPr algn="l">
              <a:spcAft>
                <a:spcPts val="0"/>
              </a:spcAft>
              <a:defRPr sz="2200" b="1" i="0">
                <a:solidFill>
                  <a:srgbClr val="BE2A42"/>
                </a:solidFill>
                <a:latin typeface="Aptos"/>
              </a:defRPr>
            </a:pPr>
            <a:r>
              <a:t>54 PRs</a:t>
            </a:r>
          </a:p>
        </p:txBody>
      </p:sp>
      <p:sp>
        <p:nvSpPr>
          <p:cNvPr id="11" name="TextBox 10"/>
          <p:cNvSpPr txBox="1"/>
          <p:nvPr/>
        </p:nvSpPr>
        <p:spPr>
          <a:xfrm>
            <a:off x="1005840" y="2087026"/>
            <a:ext cx="2212848" cy="265541"/>
          </a:xfrm>
          <a:prstGeom prst="rect">
            <a:avLst/>
          </a:prstGeom>
          <a:noFill/>
        </p:spPr>
        <p:txBody>
          <a:bodyPr wrap="square" anchor="t">
            <a:spAutoFit/>
          </a:bodyPr>
          <a:lstStyle/>
          <a:p>
            <a:pPr algn="l">
              <a:spcAft>
                <a:spcPts val="0"/>
              </a:spcAft>
              <a:defRPr sz="1150" b="1" i="0">
                <a:solidFill>
                  <a:srgbClr val="181E26"/>
                </a:solidFill>
                <a:latin typeface="Aptos"/>
              </a:defRPr>
            </a:pPr>
            <a:r>
              <a:t>agent-classified approvers</a:t>
            </a:r>
          </a:p>
        </p:txBody>
      </p:sp>
      <p:sp>
        <p:nvSpPr>
          <p:cNvPr id="12" name="TextBox 11"/>
          <p:cNvSpPr txBox="1"/>
          <p:nvPr/>
        </p:nvSpPr>
        <p:spPr>
          <a:xfrm>
            <a:off x="1005840" y="2370856"/>
            <a:ext cx="2212848" cy="362102"/>
          </a:xfrm>
          <a:prstGeom prst="rect">
            <a:avLst/>
          </a:prstGeom>
          <a:noFill/>
        </p:spPr>
        <p:txBody>
          <a:bodyPr wrap="square" anchor="t">
            <a:spAutoFit/>
          </a:bodyPr>
          <a:lstStyle/>
          <a:p>
            <a:pPr algn="l">
              <a:spcAft>
                <a:spcPts val="0"/>
              </a:spcAft>
              <a:defRPr sz="1050" b="0" i="0">
                <a:solidFill>
                  <a:srgbClr val="3A4452"/>
                </a:solidFill>
                <a:latin typeface="Aptos"/>
              </a:defRPr>
            </a:pPr>
            <a:r>
              <a:t>0.24% of merged PRs</a:t>
            </a:r>
          </a:p>
        </p:txBody>
      </p:sp>
      <p:sp>
        <p:nvSpPr>
          <p:cNvPr id="13" name="Rectangle 12"/>
          <p:cNvSpPr/>
          <p:nvPr/>
        </p:nvSpPr>
        <p:spPr>
          <a:xfrm>
            <a:off x="3913632" y="1572768"/>
            <a:ext cx="2834640" cy="1207008"/>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913632" y="1572768"/>
            <a:ext cx="73152" cy="1207008"/>
          </a:xfrm>
          <a:prstGeom prst="rect">
            <a:avLst/>
          </a:prstGeom>
          <a:solidFill>
            <a:srgbClr val="9664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0" y="1664208"/>
            <a:ext cx="2487168" cy="386242"/>
          </a:xfrm>
          <a:prstGeom prst="rect">
            <a:avLst/>
          </a:prstGeom>
          <a:noFill/>
        </p:spPr>
        <p:txBody>
          <a:bodyPr wrap="square" anchor="t">
            <a:spAutoFit/>
          </a:bodyPr>
          <a:lstStyle/>
          <a:p>
            <a:pPr algn="l">
              <a:spcAft>
                <a:spcPts val="0"/>
              </a:spcAft>
              <a:defRPr sz="2200" b="1" i="0">
                <a:solidFill>
                  <a:srgbClr val="966405"/>
                </a:solidFill>
                <a:latin typeface="Aptos"/>
              </a:defRPr>
            </a:pPr>
            <a:r>
              <a:t>automation bot</a:t>
            </a:r>
          </a:p>
        </p:txBody>
      </p:sp>
      <p:sp>
        <p:nvSpPr>
          <p:cNvPr id="16" name="TextBox 15"/>
          <p:cNvSpPr txBox="1"/>
          <p:nvPr/>
        </p:nvSpPr>
        <p:spPr>
          <a:xfrm>
            <a:off x="4114800" y="2087026"/>
            <a:ext cx="2487168" cy="265541"/>
          </a:xfrm>
          <a:prstGeom prst="rect">
            <a:avLst/>
          </a:prstGeom>
          <a:noFill/>
        </p:spPr>
        <p:txBody>
          <a:bodyPr wrap="square" anchor="t">
            <a:spAutoFit/>
          </a:bodyPr>
          <a:lstStyle/>
          <a:p>
            <a:pPr algn="l">
              <a:spcAft>
                <a:spcPts val="0"/>
              </a:spcAft>
              <a:defRPr sz="1150" b="1" i="0">
                <a:solidFill>
                  <a:srgbClr val="181E26"/>
                </a:solidFill>
                <a:latin typeface="Aptos"/>
              </a:defRPr>
            </a:pPr>
            <a:r>
              <a:t>merge actor</a:t>
            </a:r>
          </a:p>
        </p:txBody>
      </p:sp>
      <p:sp>
        <p:nvSpPr>
          <p:cNvPr id="17" name="TextBox 16"/>
          <p:cNvSpPr txBox="1"/>
          <p:nvPr/>
        </p:nvSpPr>
        <p:spPr>
          <a:xfrm>
            <a:off x="4114800" y="2370856"/>
            <a:ext cx="2487168" cy="362102"/>
          </a:xfrm>
          <a:prstGeom prst="rect">
            <a:avLst/>
          </a:prstGeom>
          <a:noFill/>
        </p:spPr>
        <p:txBody>
          <a:bodyPr wrap="square" anchor="t">
            <a:spAutoFit/>
          </a:bodyPr>
          <a:lstStyle/>
          <a:p>
            <a:pPr algn="l">
              <a:spcAft>
                <a:spcPts val="0"/>
              </a:spcAft>
              <a:defRPr sz="1050" b="0" i="0">
                <a:solidFill>
                  <a:srgbClr val="3A4452"/>
                </a:solidFill>
                <a:latin typeface="Aptos"/>
              </a:defRPr>
            </a:pPr>
            <a:r>
              <a:t>often executor, not coding agent</a:t>
            </a:r>
          </a:p>
        </p:txBody>
      </p:sp>
      <p:sp>
        <p:nvSpPr>
          <p:cNvPr id="18" name="Rectangle 17"/>
          <p:cNvSpPr/>
          <p:nvPr/>
        </p:nvSpPr>
        <p:spPr>
          <a:xfrm>
            <a:off x="7296912" y="1572768"/>
            <a:ext cx="3063240" cy="1207008"/>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296912" y="1572768"/>
            <a:ext cx="73152" cy="1207008"/>
          </a:xfrm>
          <a:prstGeom prst="rect">
            <a:avLst/>
          </a:prstGeom>
          <a:solidFill>
            <a:srgbClr val="0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98080" y="1664208"/>
            <a:ext cx="2715768" cy="386242"/>
          </a:xfrm>
          <a:prstGeom prst="rect">
            <a:avLst/>
          </a:prstGeom>
          <a:noFill/>
        </p:spPr>
        <p:txBody>
          <a:bodyPr wrap="square" anchor="t">
            <a:spAutoFit/>
          </a:bodyPr>
          <a:lstStyle/>
          <a:p>
            <a:pPr algn="l">
              <a:spcAft>
                <a:spcPts val="0"/>
              </a:spcAft>
              <a:defRPr sz="2200" b="1" i="0">
                <a:solidFill>
                  <a:srgbClr val="092646"/>
                </a:solidFill>
                <a:latin typeface="Aptos"/>
              </a:defRPr>
            </a:pPr>
            <a:r>
              <a:t>decision-maker</a:t>
            </a:r>
          </a:p>
        </p:txBody>
      </p:sp>
      <p:sp>
        <p:nvSpPr>
          <p:cNvPr id="21" name="TextBox 20"/>
          <p:cNvSpPr txBox="1"/>
          <p:nvPr/>
        </p:nvSpPr>
        <p:spPr>
          <a:xfrm>
            <a:off x="7498080" y="2087026"/>
            <a:ext cx="2715768" cy="265541"/>
          </a:xfrm>
          <a:prstGeom prst="rect">
            <a:avLst/>
          </a:prstGeom>
          <a:noFill/>
        </p:spPr>
        <p:txBody>
          <a:bodyPr wrap="square" anchor="t">
            <a:spAutoFit/>
          </a:bodyPr>
          <a:lstStyle/>
          <a:p>
            <a:pPr algn="l">
              <a:spcAft>
                <a:spcPts val="0"/>
              </a:spcAft>
              <a:defRPr sz="1150" b="1" i="0">
                <a:solidFill>
                  <a:srgbClr val="181E26"/>
                </a:solidFill>
                <a:latin typeface="Aptos"/>
              </a:defRPr>
            </a:pPr>
            <a:r>
              <a:t>taxonomy boundary</a:t>
            </a:r>
          </a:p>
        </p:txBody>
      </p:sp>
      <p:sp>
        <p:nvSpPr>
          <p:cNvPr id="22" name="TextBox 21"/>
          <p:cNvSpPr txBox="1"/>
          <p:nvPr/>
        </p:nvSpPr>
        <p:spPr>
          <a:xfrm>
            <a:off x="7498080" y="2370856"/>
            <a:ext cx="2715768" cy="362102"/>
          </a:xfrm>
          <a:prstGeom prst="rect">
            <a:avLst/>
          </a:prstGeom>
          <a:noFill/>
        </p:spPr>
        <p:txBody>
          <a:bodyPr wrap="square" anchor="t">
            <a:spAutoFit/>
          </a:bodyPr>
          <a:lstStyle/>
          <a:p>
            <a:pPr algn="l">
              <a:spcAft>
                <a:spcPts val="0"/>
              </a:spcAft>
              <a:defRPr sz="1050" b="0" i="0">
                <a:solidFill>
                  <a:srgbClr val="3A4452"/>
                </a:solidFill>
                <a:latin typeface="Aptos"/>
              </a:defRPr>
            </a:pPr>
            <a:r>
              <a:t>not always visible in logs</a:t>
            </a:r>
          </a:p>
        </p:txBody>
      </p:sp>
      <p:sp>
        <p:nvSpPr>
          <p:cNvPr id="23" name="Rectangle 22"/>
          <p:cNvSpPr/>
          <p:nvPr/>
        </p:nvSpPr>
        <p:spPr>
          <a:xfrm>
            <a:off x="1051560" y="3794760"/>
            <a:ext cx="9738360" cy="749808"/>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417320" y="3931920"/>
            <a:ext cx="9052560" cy="310896"/>
          </a:xfrm>
          <a:prstGeom prst="rect">
            <a:avLst/>
          </a:prstGeom>
          <a:noFill/>
        </p:spPr>
        <p:txBody>
          <a:bodyPr wrap="square" anchor="t">
            <a:spAutoFit/>
          </a:bodyPr>
          <a:lstStyle/>
          <a:p>
            <a:pPr algn="ctr">
              <a:spcAft>
                <a:spcPts val="0"/>
              </a:spcAft>
              <a:defRPr sz="2200" b="1" i="0">
                <a:solidFill>
                  <a:srgbClr val="181E26"/>
                </a:solidFill>
                <a:latin typeface="Aptos"/>
              </a:defRPr>
            </a:pPr>
            <a:r>
              <a:t>Logs record executor, not always decision-maker.</a:t>
            </a:r>
          </a:p>
        </p:txBody>
      </p:sp>
      <p:sp>
        <p:nvSpPr>
          <p:cNvPr id="25" name="TextBox 24"/>
          <p:cNvSpPr txBox="1"/>
          <p:nvPr/>
        </p:nvSpPr>
        <p:spPr>
          <a:xfrm>
            <a:off x="1828800" y="4718304"/>
            <a:ext cx="8138160" cy="292608"/>
          </a:xfrm>
          <a:prstGeom prst="rect">
            <a:avLst/>
          </a:prstGeom>
          <a:noFill/>
        </p:spPr>
        <p:txBody>
          <a:bodyPr wrap="square" anchor="t">
            <a:spAutoFit/>
          </a:bodyPr>
          <a:lstStyle/>
          <a:p>
            <a:pPr algn="ctr">
              <a:spcAft>
                <a:spcPts val="0"/>
              </a:spcAft>
              <a:defRPr sz="1500" b="0" i="0">
                <a:solidFill>
                  <a:srgbClr val="3A4452"/>
                </a:solidFill>
                <a:latin typeface="Aptos"/>
              </a:defRPr>
            </a:pPr>
            <a:r>
              <a:t>Different denominators: 14 of all, 54 of merged.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30352" y="329184"/>
            <a:ext cx="1417320" cy="329184"/>
          </a:xfrm>
          <a:prstGeom prst="rect">
            <a:avLst/>
          </a:prstGeom>
          <a:solidFill>
            <a:srgbClr val="0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384048"/>
            <a:ext cx="1188720" cy="219456"/>
          </a:xfrm>
          <a:prstGeom prst="rect">
            <a:avLst/>
          </a:prstGeom>
          <a:noFill/>
        </p:spPr>
        <p:txBody>
          <a:bodyPr wrap="square" anchor="t">
            <a:spAutoFit/>
          </a:bodyPr>
          <a:lstStyle/>
          <a:p>
            <a:pPr algn="l">
              <a:spcAft>
                <a:spcPts val="0"/>
              </a:spcAft>
              <a:defRPr sz="1100" b="1" i="0">
                <a:solidFill>
                  <a:srgbClr val="FFFFFF"/>
                </a:solidFill>
                <a:latin typeface="Aptos"/>
              </a:defRPr>
            </a:pPr>
            <a:r>
              <a:t>BUNDLE</a:t>
            </a:r>
          </a:p>
        </p:txBody>
      </p:sp>
      <p:sp>
        <p:nvSpPr>
          <p:cNvPr id="5" name="TextBox 4"/>
          <p:cNvSpPr txBox="1"/>
          <p:nvPr/>
        </p:nvSpPr>
        <p:spPr>
          <a:xfrm>
            <a:off x="8887968" y="393192"/>
            <a:ext cx="2788920" cy="228600"/>
          </a:xfrm>
          <a:prstGeom prst="rect">
            <a:avLst/>
          </a:prstGeom>
          <a:noFill/>
        </p:spPr>
        <p:txBody>
          <a:bodyPr wrap="square" anchor="t">
            <a:spAutoFit/>
          </a:bodyPr>
          <a:lstStyle/>
          <a:p>
            <a:pPr algn="r">
              <a:spcAft>
                <a:spcPts val="0"/>
              </a:spcAft>
              <a:defRPr sz="1200" b="1" i="0">
                <a:solidFill>
                  <a:srgbClr val="092646"/>
                </a:solidFill>
                <a:latin typeface="Aptos"/>
              </a:defRPr>
            </a:pPr>
            <a:r>
              <a:t>BUNDLE | 16 / 18</a:t>
            </a:r>
          </a:p>
        </p:txBody>
      </p:sp>
      <p:sp>
        <p:nvSpPr>
          <p:cNvPr id="6" name="TextBox 5"/>
          <p:cNvSpPr txBox="1"/>
          <p:nvPr/>
        </p:nvSpPr>
        <p:spPr>
          <a:xfrm>
            <a:off x="530352" y="566928"/>
            <a:ext cx="10515600" cy="530352"/>
          </a:xfrm>
          <a:prstGeom prst="rect">
            <a:avLst/>
          </a:prstGeom>
          <a:noFill/>
        </p:spPr>
        <p:txBody>
          <a:bodyPr wrap="square" anchor="t">
            <a:spAutoFit/>
          </a:bodyPr>
          <a:lstStyle/>
          <a:p>
            <a:pPr algn="l">
              <a:spcAft>
                <a:spcPts val="0"/>
              </a:spcAft>
              <a:defRPr sz="2800" b="1" i="0">
                <a:solidFill>
                  <a:srgbClr val="181E26"/>
                </a:solidFill>
                <a:latin typeface="Aptos"/>
              </a:defRPr>
            </a:pPr>
            <a:r>
              <a:t>Contributions, scope, and limitations</a:t>
            </a:r>
          </a:p>
        </p:txBody>
      </p:sp>
      <p:sp>
        <p:nvSpPr>
          <p:cNvPr id="7" name="Rectangle 6"/>
          <p:cNvSpPr/>
          <p:nvPr/>
        </p:nvSpPr>
        <p:spPr>
          <a:xfrm>
            <a:off x="530352" y="1207008"/>
            <a:ext cx="11192256" cy="9144"/>
          </a:xfrm>
          <a:prstGeom prst="rect">
            <a:avLst/>
          </a:prstGeom>
          <a:solidFill>
            <a:srgbClr val="BE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30352" y="1417320"/>
            <a:ext cx="3596640" cy="3977639"/>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30352" y="1417320"/>
            <a:ext cx="3596640" cy="91440"/>
          </a:xfrm>
          <a:prstGeom prst="rect">
            <a:avLst/>
          </a:prstGeom>
          <a:solidFill>
            <a:srgbClr val="005D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19" y="1664208"/>
            <a:ext cx="3194304" cy="274320"/>
          </a:xfrm>
          <a:prstGeom prst="rect">
            <a:avLst/>
          </a:prstGeom>
          <a:noFill/>
        </p:spPr>
        <p:txBody>
          <a:bodyPr wrap="square" anchor="t">
            <a:spAutoFit/>
          </a:bodyPr>
          <a:lstStyle/>
          <a:p>
            <a:pPr algn="l">
              <a:spcAft>
                <a:spcPts val="0"/>
              </a:spcAft>
              <a:defRPr sz="1200" b="1" i="0">
                <a:solidFill>
                  <a:srgbClr val="005DAA"/>
                </a:solidFill>
                <a:latin typeface="Aptos"/>
              </a:defRPr>
            </a:pPr>
            <a:r>
              <a:t>CONTRIBUTIONS</a:t>
            </a:r>
          </a:p>
        </p:txBody>
      </p:sp>
      <p:sp>
        <p:nvSpPr>
          <p:cNvPr id="11" name="TextBox 10"/>
          <p:cNvSpPr txBox="1"/>
          <p:nvPr/>
        </p:nvSpPr>
        <p:spPr>
          <a:xfrm>
            <a:off x="731519" y="2075688"/>
            <a:ext cx="3194304" cy="658368"/>
          </a:xfrm>
          <a:prstGeom prst="rect">
            <a:avLst/>
          </a:prstGeom>
          <a:noFill/>
        </p:spPr>
        <p:txBody>
          <a:bodyPr wrap="square" anchor="t">
            <a:spAutoFit/>
          </a:bodyPr>
          <a:lstStyle/>
          <a:p>
            <a:pPr algn="l">
              <a:spcAft>
                <a:spcPts val="0"/>
              </a:spcAft>
              <a:defRPr sz="2200" b="1" i="0">
                <a:solidFill>
                  <a:srgbClr val="181E26"/>
                </a:solidFill>
                <a:latin typeface="Aptos"/>
              </a:defRPr>
            </a:pPr>
            <a:r>
              <a:t>what we ship</a:t>
            </a:r>
          </a:p>
        </p:txBody>
      </p:sp>
      <p:sp>
        <p:nvSpPr>
          <p:cNvPr id="12" name="TextBox 11"/>
          <p:cNvSpPr txBox="1"/>
          <p:nvPr/>
        </p:nvSpPr>
        <p:spPr>
          <a:xfrm>
            <a:off x="731519" y="2898648"/>
            <a:ext cx="3194304" cy="2404871"/>
          </a:xfrm>
          <a:prstGeom prst="rect">
            <a:avLst/>
          </a:prstGeom>
          <a:noFill/>
        </p:spPr>
        <p:txBody>
          <a:bodyPr wrap="square" lIns="38100" tIns="25400" rIns="38100">
            <a:spAutoFit/>
          </a:bodyPr>
          <a:lstStyle/>
          <a:p>
            <a:pPr>
              <a:spcAft>
                <a:spcPts val="600"/>
              </a:spcAft>
              <a:defRPr sz="1600">
                <a:solidFill>
                  <a:srgbClr val="3A4452"/>
                </a:solidFill>
                <a:latin typeface="Aptos"/>
              </a:defRPr>
            </a:pPr>
            <a:r>
              <a:t>Initiator x Approver taxonomy</a:t>
            </a:r>
          </a:p>
          <a:p>
            <a:pPr>
              <a:spcAft>
                <a:spcPts val="600"/>
              </a:spcAft>
              <a:defRPr sz="1600">
                <a:solidFill>
                  <a:srgbClr val="3A4452"/>
                </a:solidFill>
                <a:latin typeface="Aptos"/>
              </a:defRPr>
            </a:pPr>
            <a:r>
              <a:t>five workflow state machines</a:t>
            </a:r>
          </a:p>
          <a:p>
            <a:pPr>
              <a:spcAft>
                <a:spcPts val="600"/>
              </a:spcAft>
              <a:defRPr sz="1600">
                <a:solidFill>
                  <a:srgbClr val="3A4452"/>
                </a:solidFill>
                <a:latin typeface="Aptos"/>
              </a:defRPr>
            </a:pPr>
            <a:r>
              <a:t>public replication package</a:t>
            </a:r>
          </a:p>
        </p:txBody>
      </p:sp>
      <p:sp>
        <p:nvSpPr>
          <p:cNvPr id="13" name="Rectangle 12"/>
          <p:cNvSpPr/>
          <p:nvPr/>
        </p:nvSpPr>
        <p:spPr>
          <a:xfrm>
            <a:off x="4328160" y="1417320"/>
            <a:ext cx="3596640" cy="3977639"/>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28160" y="1417320"/>
            <a:ext cx="3596640" cy="91440"/>
          </a:xfrm>
          <a:prstGeom prst="rect">
            <a:avLst/>
          </a:prstGeom>
          <a:solidFill>
            <a:srgbClr val="006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29328" y="1664208"/>
            <a:ext cx="3194304" cy="274320"/>
          </a:xfrm>
          <a:prstGeom prst="rect">
            <a:avLst/>
          </a:prstGeom>
          <a:noFill/>
        </p:spPr>
        <p:txBody>
          <a:bodyPr wrap="square" anchor="t">
            <a:spAutoFit/>
          </a:bodyPr>
          <a:lstStyle/>
          <a:p>
            <a:pPr algn="l">
              <a:spcAft>
                <a:spcPts val="0"/>
              </a:spcAft>
              <a:defRPr sz="1200" b="1" i="0">
                <a:solidFill>
                  <a:srgbClr val="006C62"/>
                </a:solidFill>
                <a:latin typeface="Aptos"/>
              </a:defRPr>
            </a:pPr>
            <a:r>
              <a:t>SCOPE</a:t>
            </a:r>
          </a:p>
        </p:txBody>
      </p:sp>
      <p:sp>
        <p:nvSpPr>
          <p:cNvPr id="16" name="TextBox 15"/>
          <p:cNvSpPr txBox="1"/>
          <p:nvPr/>
        </p:nvSpPr>
        <p:spPr>
          <a:xfrm>
            <a:off x="4529328" y="2075688"/>
            <a:ext cx="3194304" cy="658368"/>
          </a:xfrm>
          <a:prstGeom prst="rect">
            <a:avLst/>
          </a:prstGeom>
          <a:noFill/>
        </p:spPr>
        <p:txBody>
          <a:bodyPr wrap="square" anchor="t">
            <a:spAutoFit/>
          </a:bodyPr>
          <a:lstStyle/>
          <a:p>
            <a:pPr algn="l">
              <a:spcAft>
                <a:spcPts val="0"/>
              </a:spcAft>
              <a:defRPr sz="2200" b="1" i="0">
                <a:solidFill>
                  <a:srgbClr val="181E26"/>
                </a:solidFill>
                <a:latin typeface="Aptos"/>
              </a:defRPr>
            </a:pPr>
            <a:r>
              <a:t>what we cover</a:t>
            </a:r>
          </a:p>
        </p:txBody>
      </p:sp>
      <p:sp>
        <p:nvSpPr>
          <p:cNvPr id="17" name="TextBox 16"/>
          <p:cNvSpPr txBox="1"/>
          <p:nvPr/>
        </p:nvSpPr>
        <p:spPr>
          <a:xfrm>
            <a:off x="4529328" y="2898648"/>
            <a:ext cx="3194304" cy="2404871"/>
          </a:xfrm>
          <a:prstGeom prst="rect">
            <a:avLst/>
          </a:prstGeom>
          <a:noFill/>
        </p:spPr>
        <p:txBody>
          <a:bodyPr wrap="square" lIns="38100" tIns="25400" rIns="38100">
            <a:spAutoFit/>
          </a:bodyPr>
          <a:lstStyle/>
          <a:p>
            <a:pPr>
              <a:spcAft>
                <a:spcPts val="600"/>
              </a:spcAft>
              <a:defRPr sz="1600">
                <a:solidFill>
                  <a:srgbClr val="3A4452"/>
                </a:solidFill>
                <a:latin typeface="Aptos"/>
              </a:defRPr>
            </a:pPr>
            <a:r>
              <a:t>AIDev cross-sectional snapshot</a:t>
            </a:r>
          </a:p>
          <a:p>
            <a:pPr>
              <a:spcAft>
                <a:spcPts val="600"/>
              </a:spcAft>
              <a:defRPr sz="1600">
                <a:solidFill>
                  <a:srgbClr val="3A4452"/>
                </a:solidFill>
                <a:latin typeface="Aptos"/>
              </a:defRPr>
            </a:pPr>
            <a:r>
              <a:t>tool-adopting repositories</a:t>
            </a:r>
          </a:p>
          <a:p>
            <a:pPr>
              <a:spcAft>
                <a:spcPts val="600"/>
              </a:spcAft>
              <a:defRPr sz="1600">
                <a:solidFill>
                  <a:srgbClr val="3A4452"/>
                </a:solidFill>
                <a:latin typeface="Aptos"/>
              </a:defRPr>
            </a:pPr>
            <a:r>
              <a:t>Q2-Q3 2025</a:t>
            </a:r>
          </a:p>
        </p:txBody>
      </p:sp>
      <p:sp>
        <p:nvSpPr>
          <p:cNvPr id="18" name="Rectangle 17"/>
          <p:cNvSpPr/>
          <p:nvPr/>
        </p:nvSpPr>
        <p:spPr>
          <a:xfrm>
            <a:off x="8125968" y="1417320"/>
            <a:ext cx="3596640" cy="3977639"/>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25968" y="1417320"/>
            <a:ext cx="3596640" cy="91440"/>
          </a:xfrm>
          <a:prstGeom prst="rect">
            <a:avLst/>
          </a:prstGeom>
          <a:solidFill>
            <a:srgbClr val="9664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7136" y="1664208"/>
            <a:ext cx="3194304" cy="274320"/>
          </a:xfrm>
          <a:prstGeom prst="rect">
            <a:avLst/>
          </a:prstGeom>
          <a:noFill/>
        </p:spPr>
        <p:txBody>
          <a:bodyPr wrap="square" anchor="t">
            <a:spAutoFit/>
          </a:bodyPr>
          <a:lstStyle/>
          <a:p>
            <a:pPr algn="l">
              <a:spcAft>
                <a:spcPts val="0"/>
              </a:spcAft>
              <a:defRPr sz="1200" b="1" i="0">
                <a:solidFill>
                  <a:srgbClr val="966405"/>
                </a:solidFill>
                <a:latin typeface="Aptos"/>
              </a:defRPr>
            </a:pPr>
            <a:r>
              <a:t>LIMITS</a:t>
            </a:r>
          </a:p>
        </p:txBody>
      </p:sp>
      <p:sp>
        <p:nvSpPr>
          <p:cNvPr id="21" name="TextBox 20"/>
          <p:cNvSpPr txBox="1"/>
          <p:nvPr/>
        </p:nvSpPr>
        <p:spPr>
          <a:xfrm>
            <a:off x="8327136" y="2075688"/>
            <a:ext cx="3194304" cy="658368"/>
          </a:xfrm>
          <a:prstGeom prst="rect">
            <a:avLst/>
          </a:prstGeom>
          <a:noFill/>
        </p:spPr>
        <p:txBody>
          <a:bodyPr wrap="square" anchor="t">
            <a:spAutoFit/>
          </a:bodyPr>
          <a:lstStyle/>
          <a:p>
            <a:pPr algn="l">
              <a:spcAft>
                <a:spcPts val="0"/>
              </a:spcAft>
              <a:defRPr sz="2200" b="1" i="0">
                <a:solidFill>
                  <a:srgbClr val="181E26"/>
                </a:solidFill>
                <a:latin typeface="Aptos"/>
              </a:defRPr>
            </a:pPr>
            <a:r>
              <a:t>what we honestly admit</a:t>
            </a:r>
          </a:p>
        </p:txBody>
      </p:sp>
      <p:sp>
        <p:nvSpPr>
          <p:cNvPr id="22" name="TextBox 21"/>
          <p:cNvSpPr txBox="1"/>
          <p:nvPr/>
        </p:nvSpPr>
        <p:spPr>
          <a:xfrm>
            <a:off x="8327136" y="2898648"/>
            <a:ext cx="3194304" cy="2404871"/>
          </a:xfrm>
          <a:prstGeom prst="rect">
            <a:avLst/>
          </a:prstGeom>
          <a:noFill/>
        </p:spPr>
        <p:txBody>
          <a:bodyPr wrap="square" lIns="38100" tIns="25400" rIns="38100">
            <a:spAutoFit/>
          </a:bodyPr>
          <a:lstStyle/>
          <a:p>
            <a:pPr>
              <a:spcAft>
                <a:spcPts val="600"/>
              </a:spcAft>
              <a:defRPr sz="1600">
                <a:solidFill>
                  <a:srgbClr val="3A4452"/>
                </a:solidFill>
                <a:latin typeface="Aptos"/>
              </a:defRPr>
            </a:pPr>
            <a:r>
              <a:t>observability ceiling</a:t>
            </a:r>
          </a:p>
          <a:p>
            <a:pPr>
              <a:spcAft>
                <a:spcPts val="600"/>
              </a:spcAft>
              <a:defRPr sz="1600">
                <a:solidFill>
                  <a:srgbClr val="3A4452"/>
                </a:solidFill>
                <a:latin typeface="Aptos"/>
              </a:defRPr>
            </a:pPr>
            <a:r>
              <a:t>policy confound</a:t>
            </a:r>
          </a:p>
          <a:p>
            <a:pPr>
              <a:spcAft>
                <a:spcPts val="600"/>
              </a:spcAft>
              <a:defRPr sz="1600">
                <a:solidFill>
                  <a:srgbClr val="3A4452"/>
                </a:solidFill>
                <a:latin typeface="Aptos"/>
              </a:defRPr>
            </a:pPr>
            <a:r>
              <a:t>Claude small-n; 0.36% FP rate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30352" y="329184"/>
            <a:ext cx="1417320" cy="329184"/>
          </a:xfrm>
          <a:prstGeom prst="rect">
            <a:avLst/>
          </a:prstGeom>
          <a:solidFill>
            <a:srgbClr val="0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384048"/>
            <a:ext cx="1188720" cy="219456"/>
          </a:xfrm>
          <a:prstGeom prst="rect">
            <a:avLst/>
          </a:prstGeom>
          <a:noFill/>
        </p:spPr>
        <p:txBody>
          <a:bodyPr wrap="square" anchor="t">
            <a:spAutoFit/>
          </a:bodyPr>
          <a:lstStyle/>
          <a:p>
            <a:pPr algn="l">
              <a:spcAft>
                <a:spcPts val="0"/>
              </a:spcAft>
              <a:defRPr sz="1100" b="1" i="0">
                <a:solidFill>
                  <a:srgbClr val="FFFFFF"/>
                </a:solidFill>
                <a:latin typeface="Aptos"/>
              </a:defRPr>
            </a:pPr>
            <a:r>
              <a:t>IMPLICATIONS</a:t>
            </a:r>
          </a:p>
        </p:txBody>
      </p:sp>
      <p:sp>
        <p:nvSpPr>
          <p:cNvPr id="5" name="TextBox 4"/>
          <p:cNvSpPr txBox="1"/>
          <p:nvPr/>
        </p:nvSpPr>
        <p:spPr>
          <a:xfrm>
            <a:off x="8887968" y="393192"/>
            <a:ext cx="2788920" cy="228600"/>
          </a:xfrm>
          <a:prstGeom prst="rect">
            <a:avLst/>
          </a:prstGeom>
          <a:noFill/>
        </p:spPr>
        <p:txBody>
          <a:bodyPr wrap="square" anchor="t">
            <a:spAutoFit/>
          </a:bodyPr>
          <a:lstStyle/>
          <a:p>
            <a:pPr algn="r">
              <a:spcAft>
                <a:spcPts val="0"/>
              </a:spcAft>
              <a:defRPr sz="1200" b="1" i="0">
                <a:solidFill>
                  <a:srgbClr val="092646"/>
                </a:solidFill>
                <a:latin typeface="Aptos"/>
              </a:defRPr>
            </a:pPr>
            <a:r>
              <a:t>IMPLICATIONS | 17 / 18</a:t>
            </a:r>
          </a:p>
        </p:txBody>
      </p:sp>
      <p:sp>
        <p:nvSpPr>
          <p:cNvPr id="6" name="TextBox 5"/>
          <p:cNvSpPr txBox="1"/>
          <p:nvPr/>
        </p:nvSpPr>
        <p:spPr>
          <a:xfrm>
            <a:off x="530352" y="566928"/>
            <a:ext cx="10515600" cy="530352"/>
          </a:xfrm>
          <a:prstGeom prst="rect">
            <a:avLst/>
          </a:prstGeom>
          <a:noFill/>
        </p:spPr>
        <p:txBody>
          <a:bodyPr wrap="square" anchor="t">
            <a:spAutoFit/>
          </a:bodyPr>
          <a:lstStyle/>
          <a:p>
            <a:pPr algn="l">
              <a:spcAft>
                <a:spcPts val="0"/>
              </a:spcAft>
              <a:defRPr sz="2800" b="1" i="0">
                <a:solidFill>
                  <a:srgbClr val="181E26"/>
                </a:solidFill>
                <a:latin typeface="Aptos"/>
              </a:defRPr>
            </a:pPr>
            <a:r>
              <a:t>Implications and future research</a:t>
            </a:r>
          </a:p>
        </p:txBody>
      </p:sp>
      <p:sp>
        <p:nvSpPr>
          <p:cNvPr id="7" name="Rectangle 6"/>
          <p:cNvSpPr/>
          <p:nvPr/>
        </p:nvSpPr>
        <p:spPr>
          <a:xfrm>
            <a:off x="530352" y="1207008"/>
            <a:ext cx="11192256" cy="9144"/>
          </a:xfrm>
          <a:prstGeom prst="rect">
            <a:avLst/>
          </a:prstGeom>
          <a:solidFill>
            <a:srgbClr val="BE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30352" y="1417320"/>
            <a:ext cx="3596640" cy="3337560"/>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30352" y="1417320"/>
            <a:ext cx="3596640" cy="91440"/>
          </a:xfrm>
          <a:prstGeom prst="rect">
            <a:avLst/>
          </a:prstGeom>
          <a:solidFill>
            <a:srgbClr val="005D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19" y="1664208"/>
            <a:ext cx="3194304" cy="274320"/>
          </a:xfrm>
          <a:prstGeom prst="rect">
            <a:avLst/>
          </a:prstGeom>
          <a:noFill/>
        </p:spPr>
        <p:txBody>
          <a:bodyPr wrap="square" anchor="t">
            <a:spAutoFit/>
          </a:bodyPr>
          <a:lstStyle/>
          <a:p>
            <a:pPr algn="l">
              <a:spcAft>
                <a:spcPts val="0"/>
              </a:spcAft>
              <a:defRPr sz="1200" b="1" i="0">
                <a:solidFill>
                  <a:srgbClr val="005DAA"/>
                </a:solidFill>
                <a:latin typeface="Aptos"/>
              </a:defRPr>
            </a:pPr>
            <a:r>
              <a:t>TEAMS</a:t>
            </a:r>
          </a:p>
        </p:txBody>
      </p:sp>
      <p:sp>
        <p:nvSpPr>
          <p:cNvPr id="11" name="TextBox 10"/>
          <p:cNvSpPr txBox="1"/>
          <p:nvPr/>
        </p:nvSpPr>
        <p:spPr>
          <a:xfrm>
            <a:off x="731519" y="2075688"/>
            <a:ext cx="3194304" cy="658368"/>
          </a:xfrm>
          <a:prstGeom prst="rect">
            <a:avLst/>
          </a:prstGeom>
          <a:noFill/>
        </p:spPr>
        <p:txBody>
          <a:bodyPr wrap="square" anchor="t">
            <a:spAutoFit/>
          </a:bodyPr>
          <a:lstStyle/>
          <a:p>
            <a:pPr algn="l">
              <a:spcAft>
                <a:spcPts val="0"/>
              </a:spcAft>
              <a:defRPr sz="2200" b="1" i="0">
                <a:solidFill>
                  <a:srgbClr val="181E26"/>
                </a:solidFill>
                <a:latin typeface="Aptos"/>
              </a:defRPr>
            </a:pPr>
            <a:r>
              <a:t>lifecycle-based review</a:t>
            </a:r>
          </a:p>
        </p:txBody>
      </p:sp>
      <p:sp>
        <p:nvSpPr>
          <p:cNvPr id="12" name="TextBox 11"/>
          <p:cNvSpPr txBox="1"/>
          <p:nvPr/>
        </p:nvSpPr>
        <p:spPr>
          <a:xfrm>
            <a:off x="731519" y="2898648"/>
            <a:ext cx="3194304" cy="1764791"/>
          </a:xfrm>
          <a:prstGeom prst="rect">
            <a:avLst/>
          </a:prstGeom>
          <a:noFill/>
        </p:spPr>
        <p:txBody>
          <a:bodyPr wrap="square" lIns="38100" tIns="25400" rIns="38100">
            <a:spAutoFit/>
          </a:bodyPr>
          <a:lstStyle/>
          <a:p>
            <a:pPr>
              <a:spcAft>
                <a:spcPts val="600"/>
              </a:spcAft>
              <a:defRPr sz="1600">
                <a:solidFill>
                  <a:srgbClr val="3A4452"/>
                </a:solidFill>
                <a:latin typeface="Aptos"/>
              </a:defRPr>
            </a:pPr>
            <a:r>
              <a:t>route agent-opened PRs differently from human-opened PRs</a:t>
            </a:r>
          </a:p>
        </p:txBody>
      </p:sp>
      <p:sp>
        <p:nvSpPr>
          <p:cNvPr id="13" name="Rectangle 12"/>
          <p:cNvSpPr/>
          <p:nvPr/>
        </p:nvSpPr>
        <p:spPr>
          <a:xfrm>
            <a:off x="4328160" y="1417320"/>
            <a:ext cx="3596640" cy="3337560"/>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28160" y="1417320"/>
            <a:ext cx="3596640" cy="91440"/>
          </a:xfrm>
          <a:prstGeom prst="rect">
            <a:avLst/>
          </a:prstGeom>
          <a:solidFill>
            <a:srgbClr val="006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29328" y="1664208"/>
            <a:ext cx="3194304" cy="274320"/>
          </a:xfrm>
          <a:prstGeom prst="rect">
            <a:avLst/>
          </a:prstGeom>
          <a:noFill/>
        </p:spPr>
        <p:txBody>
          <a:bodyPr wrap="square" anchor="t">
            <a:spAutoFit/>
          </a:bodyPr>
          <a:lstStyle/>
          <a:p>
            <a:pPr algn="l">
              <a:spcAft>
                <a:spcPts val="0"/>
              </a:spcAft>
              <a:defRPr sz="1200" b="1" i="0">
                <a:solidFill>
                  <a:srgbClr val="006C62"/>
                </a:solidFill>
                <a:latin typeface="Aptos"/>
              </a:defRPr>
            </a:pPr>
            <a:r>
              <a:t>RESEARCHERS</a:t>
            </a:r>
          </a:p>
        </p:txBody>
      </p:sp>
      <p:sp>
        <p:nvSpPr>
          <p:cNvPr id="16" name="TextBox 15"/>
          <p:cNvSpPr txBox="1"/>
          <p:nvPr/>
        </p:nvSpPr>
        <p:spPr>
          <a:xfrm>
            <a:off x="4529328" y="2075688"/>
            <a:ext cx="3194304" cy="658368"/>
          </a:xfrm>
          <a:prstGeom prst="rect">
            <a:avLst/>
          </a:prstGeom>
          <a:noFill/>
        </p:spPr>
        <p:txBody>
          <a:bodyPr wrap="square" anchor="t">
            <a:spAutoFit/>
          </a:bodyPr>
          <a:lstStyle/>
          <a:p>
            <a:pPr algn="l">
              <a:spcAft>
                <a:spcPts val="0"/>
              </a:spcAft>
              <a:defRPr sz="2200" b="1" i="0">
                <a:solidFill>
                  <a:srgbClr val="181E26"/>
                </a:solidFill>
                <a:latin typeface="Aptos"/>
              </a:defRPr>
            </a:pPr>
            <a:r>
              <a:t>workflow-situated</a:t>
            </a:r>
          </a:p>
        </p:txBody>
      </p:sp>
      <p:sp>
        <p:nvSpPr>
          <p:cNvPr id="17" name="TextBox 16"/>
          <p:cNvSpPr txBox="1"/>
          <p:nvPr/>
        </p:nvSpPr>
        <p:spPr>
          <a:xfrm>
            <a:off x="4529328" y="2898648"/>
            <a:ext cx="3194304" cy="1764791"/>
          </a:xfrm>
          <a:prstGeom prst="rect">
            <a:avLst/>
          </a:prstGeom>
          <a:noFill/>
        </p:spPr>
        <p:txBody>
          <a:bodyPr wrap="square" lIns="38100" tIns="25400" rIns="38100">
            <a:spAutoFit/>
          </a:bodyPr>
          <a:lstStyle/>
          <a:p>
            <a:pPr>
              <a:spcAft>
                <a:spcPts val="600"/>
              </a:spcAft>
              <a:defRPr sz="1600">
                <a:solidFill>
                  <a:srgbClr val="3A4452"/>
                </a:solidFill>
                <a:latin typeface="Aptos"/>
              </a:defRPr>
            </a:pPr>
            <a:r>
              <a:t>complements task-realistic benchmarks</a:t>
            </a:r>
          </a:p>
          <a:p>
            <a:pPr>
              <a:spcAft>
                <a:spcPts val="600"/>
              </a:spcAft>
              <a:defRPr sz="1600">
                <a:solidFill>
                  <a:srgbClr val="3A4452"/>
                </a:solidFill>
                <a:latin typeface="Aptos"/>
              </a:defRPr>
            </a:pPr>
            <a:r>
              <a:t>asks how code moves through governance</a:t>
            </a:r>
          </a:p>
        </p:txBody>
      </p:sp>
      <p:sp>
        <p:nvSpPr>
          <p:cNvPr id="18" name="Rectangle 17"/>
          <p:cNvSpPr/>
          <p:nvPr/>
        </p:nvSpPr>
        <p:spPr>
          <a:xfrm>
            <a:off x="8125968" y="1417320"/>
            <a:ext cx="3596640" cy="3337560"/>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25968" y="1417320"/>
            <a:ext cx="3596640" cy="91440"/>
          </a:xfrm>
          <a:prstGeom prst="rect">
            <a:avLst/>
          </a:prstGeom>
          <a:solidFill>
            <a:srgbClr val="9664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7136" y="1664208"/>
            <a:ext cx="3194304" cy="274320"/>
          </a:xfrm>
          <a:prstGeom prst="rect">
            <a:avLst/>
          </a:prstGeom>
          <a:noFill/>
        </p:spPr>
        <p:txBody>
          <a:bodyPr wrap="square" anchor="t">
            <a:spAutoFit/>
          </a:bodyPr>
          <a:lstStyle/>
          <a:p>
            <a:pPr algn="l">
              <a:spcAft>
                <a:spcPts val="0"/>
              </a:spcAft>
              <a:defRPr sz="1200" b="1" i="0">
                <a:solidFill>
                  <a:srgbClr val="966405"/>
                </a:solidFill>
                <a:latin typeface="Aptos"/>
              </a:defRPr>
            </a:pPr>
            <a:r>
              <a:t>TOOL BUILDERS</a:t>
            </a:r>
          </a:p>
        </p:txBody>
      </p:sp>
      <p:sp>
        <p:nvSpPr>
          <p:cNvPr id="21" name="TextBox 20"/>
          <p:cNvSpPr txBox="1"/>
          <p:nvPr/>
        </p:nvSpPr>
        <p:spPr>
          <a:xfrm>
            <a:off x="8327136" y="2075688"/>
            <a:ext cx="3194304" cy="658368"/>
          </a:xfrm>
          <a:prstGeom prst="rect">
            <a:avLst/>
          </a:prstGeom>
          <a:noFill/>
        </p:spPr>
        <p:txBody>
          <a:bodyPr wrap="square" anchor="t">
            <a:spAutoFit/>
          </a:bodyPr>
          <a:lstStyle/>
          <a:p>
            <a:pPr algn="l">
              <a:spcAft>
                <a:spcPts val="0"/>
              </a:spcAft>
              <a:defRPr sz="2200" b="1" i="0">
                <a:solidFill>
                  <a:srgbClr val="181E26"/>
                </a:solidFill>
                <a:latin typeface="Aptos"/>
              </a:defRPr>
            </a:pPr>
            <a:r>
              <a:t>decision provenance</a:t>
            </a:r>
          </a:p>
        </p:txBody>
      </p:sp>
      <p:sp>
        <p:nvSpPr>
          <p:cNvPr id="22" name="TextBox 21"/>
          <p:cNvSpPr txBox="1"/>
          <p:nvPr/>
        </p:nvSpPr>
        <p:spPr>
          <a:xfrm>
            <a:off x="8327136" y="2898648"/>
            <a:ext cx="3194304" cy="1764791"/>
          </a:xfrm>
          <a:prstGeom prst="rect">
            <a:avLst/>
          </a:prstGeom>
          <a:noFill/>
        </p:spPr>
        <p:txBody>
          <a:bodyPr wrap="square" lIns="38100" tIns="25400" rIns="38100">
            <a:spAutoFit/>
          </a:bodyPr>
          <a:lstStyle/>
          <a:p>
            <a:pPr>
              <a:spcAft>
                <a:spcPts val="600"/>
              </a:spcAft>
              <a:defRPr sz="1600">
                <a:solidFill>
                  <a:srgbClr val="3A4452"/>
                </a:solidFill>
                <a:latin typeface="Aptos"/>
              </a:defRPr>
            </a:pPr>
            <a:r>
              <a:t>expose who decided, who executed, under which rule</a:t>
            </a:r>
          </a:p>
        </p:txBody>
      </p:sp>
      <p:sp>
        <p:nvSpPr>
          <p:cNvPr id="23" name="Rectangle 22"/>
          <p:cNvSpPr/>
          <p:nvPr/>
        </p:nvSpPr>
        <p:spPr>
          <a:xfrm>
            <a:off x="530352" y="5074920"/>
            <a:ext cx="11192256" cy="502920"/>
          </a:xfrm>
          <a:prstGeom prst="rect">
            <a:avLst/>
          </a:prstGeom>
          <a:solidFill>
            <a:srgbClr val="F6F9FC"/>
          </a:solidFill>
          <a:ln w="9525">
            <a:solidFill>
              <a:srgbClr val="BEC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3232" y="5166360"/>
            <a:ext cx="10826496" cy="329184"/>
          </a:xfrm>
          <a:prstGeom prst="rect">
            <a:avLst/>
          </a:prstGeom>
          <a:noFill/>
        </p:spPr>
        <p:txBody>
          <a:bodyPr wrap="square" anchor="t">
            <a:spAutoFit/>
          </a:bodyPr>
          <a:lstStyle/>
          <a:p>
            <a:pPr algn="ctr">
              <a:spcAft>
                <a:spcPts val="0"/>
              </a:spcAft>
              <a:defRPr sz="1300" b="1" i="0">
                <a:solidFill>
                  <a:srgbClr val="3A4452"/>
                </a:solidFill>
                <a:latin typeface="Aptos"/>
              </a:defRPr>
            </a:pPr>
            <a:r>
              <a:t>Method portable to any human-AI workflow with logged events. PRs are one operationalization.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QAHero">
            <a:extLst>
              <a:ext uri="{FF2B5EF4-FFF2-40B4-BE49-F238E27FC236}">
                <a16:creationId xmlns:a16="http://schemas.microsoft.com/office/drawing/2014/main" id="{E84CC903-3CE4-4EF3-8CBB-4871C049FEB1}"/>
              </a:ext>
            </a:extLst>
          </p:cNvPr>
          <p:cNvSpPr txBox="1"/>
          <p:nvPr/>
        </p:nvSpPr>
        <p:spPr>
          <a:xfrm>
            <a:off x="1016000" y="2286000"/>
            <a:ext cx="10160000" cy="1397000"/>
          </a:xfrm>
          <a:prstGeom prst="rect">
            <a:avLst/>
          </a:prstGeom>
          <a:noFill/>
        </p:spPr>
        <p:txBody>
          <a:bodyPr vertOverflow="overflow" vert="horz" wrap="square" rtlCol="0" anchor="ctr" anchorCtr="0">
            <a:noAutofit/>
          </a:bodyPr>
          <a:lstStyle/>
          <a:p>
            <a:pPr algn="ctr"/>
            <a:r>
              <a:rPr lang="en-US" sz="9600" b="1" dirty="0">
                <a:solidFill>
                  <a:srgbClr val="DD8047"/>
                </a:solidFill>
                <a:latin typeface="Trebuchet MS"/>
              </a:rPr>
              <a:t>Q  &amp;  A</a:t>
            </a:r>
          </a:p>
        </p:txBody>
      </p:sp>
      <p:sp>
        <p:nvSpPr>
          <p:cNvPr id="4" name="QASubline">
            <a:extLst>
              <a:ext uri="{FF2B5EF4-FFF2-40B4-BE49-F238E27FC236}">
                <a16:creationId xmlns:a16="http://schemas.microsoft.com/office/drawing/2014/main" id="{2091B6C6-DCC5-4D0F-A2A4-80625C43B473}"/>
              </a:ext>
            </a:extLst>
          </p:cNvPr>
          <p:cNvSpPr txBox="1"/>
          <p:nvPr/>
        </p:nvSpPr>
        <p:spPr>
          <a:xfrm>
            <a:off x="1016000" y="3810000"/>
            <a:ext cx="10160000" cy="381000"/>
          </a:xfrm>
          <a:prstGeom prst="rect">
            <a:avLst/>
          </a:prstGeom>
          <a:noFill/>
        </p:spPr>
        <p:txBody>
          <a:bodyPr vertOverflow="overflow" vert="horz" wrap="square" rtlCol="0" anchor="ctr" anchorCtr="0">
            <a:noAutofit/>
          </a:bodyPr>
          <a:lstStyle/>
          <a:p>
            <a:pPr algn="ctr"/>
            <a:r>
              <a:rPr lang="en-US" sz="1800" i="1">
                <a:solidFill>
                  <a:srgbClr val="8A7A6E"/>
                </a:solidFill>
                <a:latin typeface="Trebuchet MS"/>
              </a:rPr>
              <a:t>Lifecycle traces for governance in AI-assisted pull requests.</a:t>
            </a:r>
            <a:endParaRPr lang="en-US" sz="1800" i="1" dirty="0">
              <a:solidFill>
                <a:srgbClr val="8A7A6E"/>
              </a:solidFill>
              <a:latin typeface="Trebuchet MS"/>
            </a:endParaRPr>
          </a:p>
        </p:txBody>
      </p:sp>
      <p:sp>
        <p:nvSpPr>
          <p:cNvPr id="5" name="QASeg_0">
            <a:extLst>
              <a:ext uri="{FF2B5EF4-FFF2-40B4-BE49-F238E27FC236}">
                <a16:creationId xmlns:a16="http://schemas.microsoft.com/office/drawing/2014/main" id="{A0AD09B9-51E3-43B8-9F6E-2E6756D67842}"/>
              </a:ext>
            </a:extLst>
          </p:cNvPr>
          <p:cNvSpPr/>
          <p:nvPr/>
        </p:nvSpPr>
        <p:spPr>
          <a:xfrm>
            <a:off x="5334000" y="4445000"/>
            <a:ext cx="457200" cy="38100"/>
          </a:xfrm>
          <a:prstGeom prst="rect">
            <a:avLst/>
          </a:prstGeom>
          <a:solidFill>
            <a:srgbClr val="DD804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QASeg_1">
            <a:extLst>
              <a:ext uri="{FF2B5EF4-FFF2-40B4-BE49-F238E27FC236}">
                <a16:creationId xmlns:a16="http://schemas.microsoft.com/office/drawing/2014/main" id="{42A5D39C-9740-4938-9E59-8735F9E5C3B5}"/>
              </a:ext>
            </a:extLst>
          </p:cNvPr>
          <p:cNvSpPr/>
          <p:nvPr/>
        </p:nvSpPr>
        <p:spPr>
          <a:xfrm>
            <a:off x="5867400" y="4445000"/>
            <a:ext cx="457200" cy="38100"/>
          </a:xfrm>
          <a:prstGeom prst="rect">
            <a:avLst/>
          </a:prstGeom>
          <a:solidFill>
            <a:srgbClr val="775F55"/>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QASeg_2">
            <a:extLst>
              <a:ext uri="{FF2B5EF4-FFF2-40B4-BE49-F238E27FC236}">
                <a16:creationId xmlns:a16="http://schemas.microsoft.com/office/drawing/2014/main" id="{B5669FC6-80DC-4378-BC10-3A7FD73E4655}"/>
              </a:ext>
            </a:extLst>
          </p:cNvPr>
          <p:cNvSpPr/>
          <p:nvPr/>
        </p:nvSpPr>
        <p:spPr>
          <a:xfrm>
            <a:off x="6400800" y="4445000"/>
            <a:ext cx="457200" cy="38100"/>
          </a:xfrm>
          <a:prstGeom prst="rect">
            <a:avLst/>
          </a:prstGeom>
          <a:solidFill>
            <a:srgbClr val="4F7269"/>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GhLabel">
            <a:extLst>
              <a:ext uri="{FF2B5EF4-FFF2-40B4-BE49-F238E27FC236}">
                <a16:creationId xmlns:a16="http://schemas.microsoft.com/office/drawing/2014/main" id="{7C77240F-35C8-4136-98E4-ED2B0D36D516}"/>
              </a:ext>
            </a:extLst>
          </p:cNvPr>
          <p:cNvSpPr txBox="1"/>
          <p:nvPr/>
        </p:nvSpPr>
        <p:spPr>
          <a:xfrm>
            <a:off x="1168400" y="4902200"/>
            <a:ext cx="4826000" cy="203200"/>
          </a:xfrm>
          <a:prstGeom prst="rect">
            <a:avLst/>
          </a:prstGeom>
          <a:noFill/>
        </p:spPr>
        <p:txBody>
          <a:bodyPr vertOverflow="overflow" vert="horz" wrap="square" rtlCol="0" anchor="ctr" anchorCtr="0">
            <a:noAutofit/>
          </a:bodyPr>
          <a:lstStyle/>
          <a:p>
            <a:pPr algn="l"/>
            <a:r>
              <a:rPr lang="en-US" sz="1800" b="1">
                <a:solidFill>
                  <a:srgbClr val="8A7A6E"/>
                </a:solidFill>
                <a:latin typeface="Trebuchet MS"/>
              </a:rPr>
              <a:t>REPLICATION PACKAGE</a:t>
            </a:r>
          </a:p>
        </p:txBody>
      </p:sp>
      <p:sp>
        <p:nvSpPr>
          <p:cNvPr id="9" name="GhLink">
            <a:extLst>
              <a:ext uri="{FF2B5EF4-FFF2-40B4-BE49-F238E27FC236}">
                <a16:creationId xmlns:a16="http://schemas.microsoft.com/office/drawing/2014/main" id="{D2B08EB4-F085-48B1-8292-64394507E0C6}"/>
              </a:ext>
            </a:extLst>
          </p:cNvPr>
          <p:cNvSpPr txBox="1"/>
          <p:nvPr/>
        </p:nvSpPr>
        <p:spPr>
          <a:xfrm>
            <a:off x="1168400" y="5130800"/>
            <a:ext cx="4826000" cy="279400"/>
          </a:xfrm>
          <a:prstGeom prst="rect">
            <a:avLst/>
          </a:prstGeom>
          <a:noFill/>
        </p:spPr>
        <p:txBody>
          <a:bodyPr vertOverflow="overflow" vert="horz" wrap="square" rtlCol="0" anchor="ctr" anchorCtr="0">
            <a:noAutofit/>
          </a:bodyPr>
          <a:lstStyle/>
          <a:p>
            <a:pPr algn="l"/>
            <a:r>
              <a:rPr lang="en-US" sz="1800">
                <a:solidFill>
                  <a:srgbClr val="3A2E27"/>
                </a:solidFill>
                <a:latin typeface="Trebuchet MS"/>
              </a:rPr>
              <a:t>doi.org/10.6084/m9.figshare.31343038</a:t>
            </a:r>
          </a:p>
        </p:txBody>
      </p:sp>
      <p:sp>
        <p:nvSpPr>
          <p:cNvPr id="10" name="EmailLabel">
            <a:extLst>
              <a:ext uri="{FF2B5EF4-FFF2-40B4-BE49-F238E27FC236}">
                <a16:creationId xmlns:a16="http://schemas.microsoft.com/office/drawing/2014/main" id="{E1FB701D-56E3-4034-AE77-931C4893AF40}"/>
              </a:ext>
            </a:extLst>
          </p:cNvPr>
          <p:cNvSpPr txBox="1"/>
          <p:nvPr/>
        </p:nvSpPr>
        <p:spPr>
          <a:xfrm>
            <a:off x="6197600" y="4902200"/>
            <a:ext cx="4826000" cy="203200"/>
          </a:xfrm>
          <a:prstGeom prst="rect">
            <a:avLst/>
          </a:prstGeom>
          <a:noFill/>
        </p:spPr>
        <p:txBody>
          <a:bodyPr vertOverflow="overflow" vert="horz" wrap="square" rtlCol="0" anchor="ctr" anchorCtr="0">
            <a:noAutofit/>
          </a:bodyPr>
          <a:lstStyle/>
          <a:p>
            <a:pPr algn="r"/>
            <a:r>
              <a:rPr lang="en-US" sz="1800" b="1" dirty="0">
                <a:solidFill>
                  <a:srgbClr val="8A7A6E"/>
                </a:solidFill>
                <a:latin typeface="Trebuchet MS"/>
              </a:rPr>
              <a:t>CONTACT</a:t>
            </a:r>
          </a:p>
        </p:txBody>
      </p:sp>
      <p:sp>
        <p:nvSpPr>
          <p:cNvPr id="11" name="EmailTxt">
            <a:extLst>
              <a:ext uri="{FF2B5EF4-FFF2-40B4-BE49-F238E27FC236}">
                <a16:creationId xmlns:a16="http://schemas.microsoft.com/office/drawing/2014/main" id="{29F04D00-CDA9-4F79-A6F9-D4638C909FE3}"/>
              </a:ext>
            </a:extLst>
          </p:cNvPr>
          <p:cNvSpPr txBox="1"/>
          <p:nvPr/>
        </p:nvSpPr>
        <p:spPr>
          <a:xfrm>
            <a:off x="6197600" y="5130800"/>
            <a:ext cx="4826000" cy="279400"/>
          </a:xfrm>
          <a:prstGeom prst="rect">
            <a:avLst/>
          </a:prstGeom>
          <a:noFill/>
        </p:spPr>
        <p:txBody>
          <a:bodyPr vertOverflow="overflow" vert="horz" wrap="square" rtlCol="0" anchor="ctr" anchorCtr="0">
            <a:noAutofit/>
          </a:bodyPr>
          <a:lstStyle/>
          <a:p>
            <a:pPr algn="r"/>
            <a:r>
              <a:rPr lang="en-US" sz="1800">
                <a:solidFill>
                  <a:srgbClr val="3A2E27"/>
                </a:solidFill>
                <a:latin typeface="Trebuchet MS"/>
              </a:rPr>
              <a:t>jo.chung@utoronto.ca</a:t>
            </a:r>
            <a:endParaRPr lang="en-US" sz="1800" dirty="0">
              <a:solidFill>
                <a:srgbClr val="3A2E27"/>
              </a:solidFill>
              <a:latin typeface="Trebuchet MS"/>
            </a:endParaRPr>
          </a:p>
        </p:txBody>
      </p:sp>
      <p:sp>
        <p:nvSpPr>
          <p:cNvPr id="12" name="InsightStrip">
            <a:extLst>
              <a:ext uri="{FF2B5EF4-FFF2-40B4-BE49-F238E27FC236}">
                <a16:creationId xmlns:a16="http://schemas.microsoft.com/office/drawing/2014/main" id="{A45F8CB7-8739-4413-B482-8E8A3349F17C}"/>
              </a:ext>
            </a:extLst>
          </p:cNvPr>
          <p:cNvSpPr/>
          <p:nvPr/>
        </p:nvSpPr>
        <p:spPr>
          <a:xfrm>
            <a:off x="1066800" y="5461000"/>
            <a:ext cx="10058400" cy="762000"/>
          </a:xfrm>
          <a:prstGeom prst="rect">
            <a:avLst/>
          </a:prstGeom>
          <a:blipFill rotWithShape="1">
            <a:blip r:embed="rId3">
              <a:alphaModFix amt="50000"/>
            </a:blip>
            <a:srcRect/>
            <a:stretch>
              <a:fillRect/>
            </a:stretch>
          </a:blip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ctr"/>
            <a:r>
              <a:rPr lang="en-US" sz="4000" b="1" dirty="0">
                <a:solidFill>
                  <a:srgbClr val="3A2E27"/>
                </a:solidFill>
                <a:latin typeface="Trebuchet MS"/>
              </a:rPr>
              <a:t>Thank you.</a:t>
            </a:r>
          </a:p>
        </p:txBody>
      </p:sp>
      <p:sp>
        <p:nvSpPr>
          <p:cNvPr id="13" name="Oval 12">
            <a:extLst>
              <a:ext uri="{FF2B5EF4-FFF2-40B4-BE49-F238E27FC236}">
                <a16:creationId xmlns:a16="http://schemas.microsoft.com/office/drawing/2014/main" id="{9749CE67-A02A-375E-1401-3DB42B689EFA}"/>
              </a:ext>
            </a:extLst>
          </p:cNvPr>
          <p:cNvSpPr/>
          <p:nvPr/>
        </p:nvSpPr>
        <p:spPr>
          <a:xfrm>
            <a:off x="11343094" y="6223000"/>
            <a:ext cx="604562" cy="51030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96352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30352" y="329184"/>
            <a:ext cx="1417320" cy="329184"/>
          </a:xfrm>
          <a:prstGeom prst="rect">
            <a:avLst/>
          </a:prstGeom>
          <a:solidFill>
            <a:srgbClr val="092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384048"/>
            <a:ext cx="1188720" cy="219456"/>
          </a:xfrm>
          <a:prstGeom prst="rect">
            <a:avLst/>
          </a:prstGeom>
          <a:noFill/>
        </p:spPr>
        <p:txBody>
          <a:bodyPr wrap="square" anchor="t">
            <a:spAutoFit/>
          </a:bodyPr>
          <a:lstStyle/>
          <a:p>
            <a:pPr algn="l">
              <a:spcAft>
                <a:spcPts val="0"/>
              </a:spcAft>
              <a:defRPr sz="1100" b="1" i="0">
                <a:solidFill>
                  <a:srgbClr val="FFFFFF"/>
                </a:solidFill>
                <a:latin typeface="Aptos"/>
              </a:defRPr>
            </a:pPr>
            <a:r>
              <a:t>BACKUP</a:t>
            </a:r>
          </a:p>
        </p:txBody>
      </p:sp>
      <p:sp>
        <p:nvSpPr>
          <p:cNvPr id="5" name="TextBox 4"/>
          <p:cNvSpPr txBox="1"/>
          <p:nvPr/>
        </p:nvSpPr>
        <p:spPr>
          <a:xfrm>
            <a:off x="8887968" y="393192"/>
            <a:ext cx="2788920" cy="228600"/>
          </a:xfrm>
          <a:prstGeom prst="rect">
            <a:avLst/>
          </a:prstGeom>
          <a:noFill/>
        </p:spPr>
        <p:txBody>
          <a:bodyPr wrap="square" anchor="t">
            <a:spAutoFit/>
          </a:bodyPr>
          <a:lstStyle/>
          <a:p>
            <a:pPr algn="r">
              <a:spcAft>
                <a:spcPts val="0"/>
              </a:spcAft>
              <a:defRPr sz="1200" b="1" i="0">
                <a:solidFill>
                  <a:srgbClr val="092646"/>
                </a:solidFill>
                <a:latin typeface="Aptos"/>
              </a:defRPr>
            </a:pPr>
            <a:r>
              <a:t>BACKUP | B1</a:t>
            </a:r>
          </a:p>
        </p:txBody>
      </p:sp>
      <p:sp>
        <p:nvSpPr>
          <p:cNvPr id="6" name="TextBox 5"/>
          <p:cNvSpPr txBox="1"/>
          <p:nvPr/>
        </p:nvSpPr>
        <p:spPr>
          <a:xfrm>
            <a:off x="530352" y="566928"/>
            <a:ext cx="10515600" cy="530352"/>
          </a:xfrm>
          <a:prstGeom prst="rect">
            <a:avLst/>
          </a:prstGeom>
          <a:noFill/>
        </p:spPr>
        <p:txBody>
          <a:bodyPr wrap="square" anchor="t">
            <a:spAutoFit/>
          </a:bodyPr>
          <a:lstStyle/>
          <a:p>
            <a:pPr algn="l">
              <a:spcAft>
                <a:spcPts val="0"/>
              </a:spcAft>
              <a:defRPr sz="2800" b="1" i="0">
                <a:solidFill>
                  <a:srgbClr val="181E26"/>
                </a:solidFill>
                <a:latin typeface="Aptos"/>
              </a:defRPr>
            </a:pPr>
            <a:r>
              <a:t>Backup B1: Cursor, Devin, Claude state machines</a:t>
            </a:r>
          </a:p>
        </p:txBody>
      </p:sp>
      <p:sp>
        <p:nvSpPr>
          <p:cNvPr id="7" name="Rectangle 6"/>
          <p:cNvSpPr/>
          <p:nvPr/>
        </p:nvSpPr>
        <p:spPr>
          <a:xfrm>
            <a:off x="530352" y="1207008"/>
            <a:ext cx="11192256" cy="9144"/>
          </a:xfrm>
          <a:prstGeom prst="rect">
            <a:avLst/>
          </a:prstGeom>
          <a:solidFill>
            <a:srgbClr val="BE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upplementary state machine for Cursor PR workflows." title="Cursor PR workflow state machine"/>
          <p:cNvPicPr>
            <a:picLocks noChangeAspect="1"/>
          </p:cNvPicPr>
          <p:nvPr/>
        </p:nvPicPr>
        <p:blipFill>
          <a:blip r:embed="rId2"/>
          <a:stretch>
            <a:fillRect/>
          </a:stretch>
        </p:blipFill>
        <p:spPr>
          <a:xfrm>
            <a:off x="502920" y="2135406"/>
            <a:ext cx="3657600" cy="2907226"/>
          </a:xfrm>
          <a:prstGeom prst="rect">
            <a:avLst/>
          </a:prstGeom>
        </p:spPr>
      </p:pic>
      <p:pic>
        <p:nvPicPr>
          <p:cNvPr id="9" name="Picture 8" descr="Supplementary state machine for Devin PR workflows." title="Devin PR workflow state machine"/>
          <p:cNvPicPr>
            <a:picLocks noChangeAspect="1"/>
          </p:cNvPicPr>
          <p:nvPr/>
        </p:nvPicPr>
        <p:blipFill>
          <a:blip r:embed="rId3"/>
          <a:stretch>
            <a:fillRect/>
          </a:stretch>
        </p:blipFill>
        <p:spPr>
          <a:xfrm>
            <a:off x="4261104" y="2124840"/>
            <a:ext cx="3657600" cy="2928359"/>
          </a:xfrm>
          <a:prstGeom prst="rect">
            <a:avLst/>
          </a:prstGeom>
        </p:spPr>
      </p:pic>
      <p:pic>
        <p:nvPicPr>
          <p:cNvPr id="10" name="Picture 9" descr="Supplementary state machine for Claude PR workflows." title="Claude PR workflow state machine"/>
          <p:cNvPicPr>
            <a:picLocks noChangeAspect="1"/>
          </p:cNvPicPr>
          <p:nvPr/>
        </p:nvPicPr>
        <p:blipFill>
          <a:blip r:embed="rId4"/>
          <a:stretch>
            <a:fillRect/>
          </a:stretch>
        </p:blipFill>
        <p:spPr>
          <a:xfrm>
            <a:off x="8019288" y="2135406"/>
            <a:ext cx="3657600" cy="2907226"/>
          </a:xfrm>
          <a:prstGeom prst="rect">
            <a:avLst/>
          </a:prstGeom>
        </p:spPr>
      </p:pic>
      <p:sp>
        <p:nvSpPr>
          <p:cNvPr id="11" name="TextBox 10"/>
          <p:cNvSpPr txBox="1"/>
          <p:nvPr/>
        </p:nvSpPr>
        <p:spPr>
          <a:xfrm>
            <a:off x="1463040" y="5596128"/>
            <a:ext cx="1280160" cy="256032"/>
          </a:xfrm>
          <a:prstGeom prst="rect">
            <a:avLst/>
          </a:prstGeom>
          <a:noFill/>
        </p:spPr>
        <p:txBody>
          <a:bodyPr wrap="square" anchor="t">
            <a:spAutoFit/>
          </a:bodyPr>
          <a:lstStyle/>
          <a:p>
            <a:pPr algn="ctr">
              <a:spcAft>
                <a:spcPts val="0"/>
              </a:spcAft>
              <a:defRPr sz="1300" b="1" i="0">
                <a:solidFill>
                  <a:srgbClr val="181E26"/>
                </a:solidFill>
                <a:latin typeface="Aptos"/>
              </a:defRPr>
            </a:pPr>
            <a:r>
              <a:t>Cursor</a:t>
            </a:r>
          </a:p>
        </p:txBody>
      </p:sp>
      <p:sp>
        <p:nvSpPr>
          <p:cNvPr id="12" name="TextBox 11"/>
          <p:cNvSpPr txBox="1"/>
          <p:nvPr/>
        </p:nvSpPr>
        <p:spPr>
          <a:xfrm>
            <a:off x="5239512" y="5596128"/>
            <a:ext cx="1280160" cy="256032"/>
          </a:xfrm>
          <a:prstGeom prst="rect">
            <a:avLst/>
          </a:prstGeom>
          <a:noFill/>
        </p:spPr>
        <p:txBody>
          <a:bodyPr wrap="square" anchor="t">
            <a:spAutoFit/>
          </a:bodyPr>
          <a:lstStyle/>
          <a:p>
            <a:pPr algn="ctr">
              <a:spcAft>
                <a:spcPts val="0"/>
              </a:spcAft>
              <a:defRPr sz="1300" b="1" i="0">
                <a:solidFill>
                  <a:srgbClr val="181E26"/>
                </a:solidFill>
                <a:latin typeface="Aptos"/>
              </a:defRPr>
            </a:pPr>
            <a:r>
              <a:t>Devin</a:t>
            </a:r>
          </a:p>
        </p:txBody>
      </p:sp>
      <p:sp>
        <p:nvSpPr>
          <p:cNvPr id="13" name="TextBox 12"/>
          <p:cNvSpPr txBox="1"/>
          <p:nvPr/>
        </p:nvSpPr>
        <p:spPr>
          <a:xfrm>
            <a:off x="8988552" y="5596128"/>
            <a:ext cx="1280160" cy="256032"/>
          </a:xfrm>
          <a:prstGeom prst="rect">
            <a:avLst/>
          </a:prstGeom>
          <a:noFill/>
        </p:spPr>
        <p:txBody>
          <a:bodyPr wrap="square" anchor="t">
            <a:spAutoFit/>
          </a:bodyPr>
          <a:lstStyle/>
          <a:p>
            <a:pPr algn="ctr">
              <a:spcAft>
                <a:spcPts val="0"/>
              </a:spcAft>
              <a:defRPr sz="1300" b="1" i="0">
                <a:solidFill>
                  <a:srgbClr val="181E26"/>
                </a:solidFill>
                <a:latin typeface="Aptos"/>
              </a:defRPr>
            </a:pPr>
            <a:r>
              <a:t>Claude</a:t>
            </a:r>
          </a:p>
        </p:txBody>
      </p:sp>
    </p:spTree>
  </p:cSld>
  <p:clrMapOvr>
    <a:masterClrMapping/>
  </p:clrMapOvr>
</p:sld>
</file>

<file path=ppt/theme/theme1.xml><?xml version="1.0" encoding="utf-8"?>
<a:theme xmlns:a="http://schemas.openxmlformats.org/drawingml/2006/main" name="Wood Type">
  <a:themeElements>
    <a:clrScheme name="Wood Type">
      <a:dk1>
        <a:srgbClr val="000000"/>
      </a:dk1>
      <a:lt1>
        <a:srgbClr val="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2C37288-EFA9-4E86-BFC9-96F18C71C99D}">
  <we:reference id="wa200010001" version="1.0.0.1" store="en-US" storeType="OMEX"/>
  <we:alternateReferences>
    <we:reference id="WA200010001" version="1.0.0.1" store="" storeType="OMEX"/>
  </we:alternateReferences>
  <we:properties>
    <we:property name="claude.fileId" value="&quot;3aba86e3-54a9-4d4b-a8d6-c76b93c5bb76&quot;"/>
  </we:properties>
  <we:bindings/>
  <we:snapshot xmlns:r="http://schemas.openxmlformats.org/officeDocument/2006/relationships"/>
</we:webextension>
</file>

<file path=docMetadata/LabelInfo.xml><?xml version="1.0" encoding="utf-8"?>
<clbl:labelList xmlns:clbl="http://schemas.microsoft.com/office/2020/mipLabelMetadata">
  <clbl:label id="{78aac226-2f03-4b4d-9037-b46d56c55210}" enabled="0" method="" siteId="{78aac226-2f03-4b4d-9037-b46d56c55210}" removed="1"/>
</clbl:labelList>
</file>

<file path=docProps/app.xml><?xml version="1.0" encoding="utf-8"?>
<Properties xmlns="http://schemas.openxmlformats.org/officeDocument/2006/extended-properties" xmlns:vt="http://schemas.openxmlformats.org/officeDocument/2006/docPropsVTypes">
  <TotalTime>4888</TotalTime>
  <Words>921</Words>
  <Application>Microsoft Office PowerPoint</Application>
  <PresentationFormat>Widescreen</PresentationFormat>
  <Paragraphs>246</Paragraphs>
  <Slides>19</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Noto Sans Symbols</vt:lpstr>
      <vt:lpstr>Aptos</vt:lpstr>
      <vt:lpstr>Arial</vt:lpstr>
      <vt:lpstr>Calibri</vt:lpstr>
      <vt:lpstr>Georgia</vt:lpstr>
      <vt:lpstr>Trebuchet MS</vt:lpstr>
      <vt:lpstr>Wood Type</vt:lpstr>
      <vt:lpstr>Collaborator or Assistant? How AI Coding Agents Partition Work Across PR Lifecycles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Alexei Lapouchnian</dc:creator>
  <cp:lastModifiedBy>Joseph Chung</cp:lastModifiedBy>
  <cp:revision>18</cp:revision>
  <dcterms:created xsi:type="dcterms:W3CDTF">2016-09-11T14:23:02Z</dcterms:created>
  <dcterms:modified xsi:type="dcterms:W3CDTF">2026-05-21T02:53:03Z</dcterms:modified>
</cp:coreProperties>
</file>